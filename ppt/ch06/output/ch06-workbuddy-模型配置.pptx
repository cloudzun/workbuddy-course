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28B894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B8E8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28B894">
              <a:alpha val="12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B8E8DC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模型配置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为不同任务配置最合适的“大脑” · 推理模式 · 内置模型 · 自定义接入 · 积分成本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4592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2024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6888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1752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效率进阶实训课程 · 配套实验（实验 6.1-6.5）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阐述标准推理与深度思考模型的工作原理及适用场景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0116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熟悉内置模型家族与能力标记，理解各类任务场景的模型选择策略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163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788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配置并管理各类本地及云端大模型，掌握四种接入方式的适用边界与配置要素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5935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93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5661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理解积分的消耗逻辑与成本差异规律，能够制定合理的成本优化策略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学完本章，你将能为不同任务配置最合适的“大脑”，并管住每一分积分成本。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大模型推理模式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6.1.1 标准推理模式：日常默认主力，追求“够用、快、省”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6.1.2 深度思考模式（Thinking）：思维链推演，适合复杂任务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官方提供“均衡/快速/极致”三档模型选择，内置模型区分为思考模式与推理模型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判断标准：任务越依赖“推理过程”，越值得启用 Thinking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两种推理模式：标准 vs 深度思考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支持接入多种底层基座大模型，官方提供“均衡/快速/极致”三档模型选择，并将内置模型区分为思考模式与推理模型。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23774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361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标准推理模式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29968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日常使用的默认主力：响应速度快，Token 消耗量低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适用于日常对话、文本润色、简单的信息提取等基础任务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追求“够用、快、省”——摘要、翻译、格式转换、常规问答等高频办公场景由它承担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54864" cy="23774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361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深度思考模式（Thinking）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029968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采用思维链（Chain-of-Thought）技术，输出结果前先进行充分的内部逻辑推演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响应时间更长、成本更贵，但准确率与深度显著提升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适用于复杂的代码编写、架构设计、数学计算或深层逻辑分析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9136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官方文档《模型配置》：https://www.workbuddy.cn/docs/workbuddy/From-Beginner-to-Expert-Guide/Function-Description/Model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4315968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315968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159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判断标准很简单——任务越依赖“推理过程”，越值得启用 Thinking（取舍之道见下页）。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两模式如何取舍：用一个例子感受差异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审查一段并发代码的竞态条件：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417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727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标准推理模式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可能直接给出结论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63040"/>
            <a:ext cx="54864" cy="14173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727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深度思考模式（Thinking）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057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先推导执行时序、识别共享资源的冲突路径，再给出带论证过程的修复方案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8046720" cy="402336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246120"/>
            <a:ext cx="64008" cy="40233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24612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判断标准：任务越依赖“推理过程”，越值得启用 Thinking。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15968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315968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159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最佳实践：日常任务用标准模式保效率，把深度思考留给高价值的复杂任务；两者可在任务执行中随时切换，不必一上来就选最贵的配置。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内置模型与能力标记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6.2.1 内置模型概览：Auto 自动模式 + 五大主流基座模型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6.2.2 能力标记：标注识图、长文本、工具调用等高级特性，构成模型的能力画像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系统按任务需求优先匹配带有对应能力标记的模型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自定义模型善用“能力标记自动写入”，减少手动配置错误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内置模型概览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926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内置了多种主流基座大模型（以当前最新版本为准），并提供了 Auto 自动模式。各模型的定位与擅长方向如下：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852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定位与擅长方向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Auto（自动模式）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启用后系统根据任务自动选择最适合的模型，为默认选项，日常使用的最优保底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Hunyuan（混元）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腾讯自研基座；当前内置 Hy3 混元思考模型，支持思考模式（深度思考），适合复杂推理（以最新版本为准）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多模态识图与工具调用能力出众，适合 Agent/专家执行场景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MiniMax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指令遵循与工具调用表现优异，适合 Agent 执行场景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Kimi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长文本理解与视觉能力出色，适合文档分析、长上下文任务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推理与代码能力突出，适合复杂推理与代码开发场景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55371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官方文档《模型配置》：https://www.workbuddy.cn/docs/workbuddy/From-Beginner-to-Expert-Guide/Function-Description/Model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能力标记：模型的能力画像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为每个模型维护一组能力标记，用于标注该模型是否支持识图、长文本、工具调用等高级特性。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23774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52704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能力画像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" y="205740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识图、长文本、工具调用等高级特性标记，构成模型的能力画像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0128" y="141732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417320"/>
            <a:ext cx="54864" cy="237744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3" name="Shape 11"/>
          <p:cNvSpPr/>
          <p:nvPr/>
        </p:nvSpPr>
        <p:spPr>
          <a:xfrm>
            <a:off x="3456432" y="1527048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95928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按需求匹配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56432" y="205740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任务执行时按任务需求（如“识别图片中的表格”）优先匹配带有对应能力标记的模型，避免“选了模型却做不了事”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71616" y="141732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417320"/>
            <a:ext cx="54864" cy="23774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1527048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57416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自动写入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05740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自定义接入的第三方模型可借助“能力标记自动写入”，由系统根据模型信息自动补全标记，显著减少手动配置错误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对内置模型，能力标记由系统维护、开箱即用；对自定义接入的第三方模型，务必确认能力标记与实际能力一致。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模型选择策略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四类场景策略：日常问答 / 多模态 / 复杂推理与代码 / Agent 执行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按任务场景匹配模型，而非一律使用最强配置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 Auto（自动模式）保底，速度与稳定性最佳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熟记选型口诀，四句话记住四类场景的推荐模型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四类模型选择策略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103120"/>
                <a:gridCol w="3108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任务场景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推荐模型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选择理由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日常问答与常规处理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Auto（自动模式）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系统根据任务自动选择最适合的模型（默认选项），速度与稳定性最佳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多模态场景（识图、文档分析）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GLM 或 Kimi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视觉与上下文能力出众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复杂推理与代码场景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Hy3（混元）或 DeepSeek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支持思考模式（深度思考），逻辑推演能力强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Agent/专家执行场景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GLM 或 MiniMax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在指令遵循与工具调用上表现优异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选型口诀：日常 Auto 保底，多模态认准 GLM/Kimi，难活交给深度思考，Agent 场景选指令遵循强的 GLM/MiniMax。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选型口诀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日常问答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383280" y="15544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977640" y="1627632"/>
            <a:ext cx="3291840" cy="502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3977640" y="16276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 自动模式保底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多模态识图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383280" y="235915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977640" y="2432304"/>
            <a:ext cx="3291840" cy="502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1" name="Text 9"/>
          <p:cNvSpPr/>
          <p:nvPr/>
        </p:nvSpPr>
        <p:spPr>
          <a:xfrm>
            <a:off x="3977640" y="24323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GLM / Kimi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316382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复杂推理与代码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383280" y="316382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977640" y="3236976"/>
            <a:ext cx="3291840" cy="502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3977640" y="32369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Hy3 混元 / DeepSeek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396849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执行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383280" y="396849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977640" y="4041648"/>
            <a:ext cx="3291840" cy="502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3977640" y="40416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GLM / MiniMax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E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按任务场景匹配模型，而不是一律使用最强配置；复杂任务可随时切换思考模式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自定义模型接入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满足不同团队的合规性、成本控制及特殊业务需求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6.4.1 四种接入方式：Token Plan / Coding Plan / 提供商接入 / Ollama 本地部署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6.4.2 配置四要素：Base URL、模型名称、API Key、能力标记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6.4.3 Ollama 本地部署实操：数据不出本机，全程无需 API Key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88720" y="47000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Text 19"/>
          <p:cNvSpPr/>
          <p:nvPr/>
        </p:nvSpPr>
        <p:spPr>
          <a:xfrm>
            <a:off x="1508760" y="4572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6.4.4 接入方式选择建议：按人群与场景匹配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四种接入方式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系统支持以下 4 种接入方式，满足不同团队的合规性、成本控制及特殊业务需求；所有配置保存后即时生效。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48132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270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9476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 Token Plan 专为 AI 编程和 WorkBuddy 场景打造，提供面向个人、企业多种类型的订阅套餐，兼容混元、MiniMax、Kimi、GLM 等主流大模型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54864" cy="1481328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270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Plan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9476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专为开发者打造的 AI Coding 场景专属订阅模式，提供针对代码补全和重构优化的专属算力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39319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063240"/>
            <a:ext cx="54864" cy="148132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729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提供商接入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59359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适合已有企业级 API 权限的用户：从预设厂商列表选择服务商，系统自动填充 API URL、可用模型列表及能力标记，用户仅需补全 API Key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3063240"/>
            <a:ext cx="39319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063240"/>
            <a:ext cx="54864" cy="1481328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1729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本地部署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59359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针对数据隐私要求极高的内网、合规性严格或完全离线的环境：本地安装启动 Ollama 服务后直接连接本地模型，全程无需 API Key 验证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38862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官方文档《模型配置》：https://www.workbuddy.cn/docs/workbuddy/From-Beginner-to-Expert-Guide/Function-Description/Model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4315968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315968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3159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另有自定义 API/自定义方式等入口，以官方文档为准；所有配置保存后即时生效。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配置四要素与连通验证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无论采用哪种接入方式，配置一个自定义模型通常需要确认以下四要素：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URL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371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API 服务的访问地址（Ollama 本地服务为 http://127.0.0.1:11434）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98424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938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模型名称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93852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与厂商侧的模型标识保持一致，填错将无法调用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054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250545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服务端的鉴权凭证（Ollama 本地部署除外）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1181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0723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能力标记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07238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标注模型是否支持识图、长文本、工具调用，可借助“能力标记自动写入”完成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730752"/>
            <a:ext cx="8046720" cy="457200"/>
          </a:xfrm>
          <a:prstGeom prst="rect">
            <a:avLst/>
          </a:prstGeom>
          <a:solidFill>
            <a:srgbClr val="E9F5F1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730752"/>
            <a:ext cx="64008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7307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验证连通：配置完成后，发送一条测试消息（如“你好，请介绍一下你自己”）确认模型有响应。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若模型无响应，按三查排查：查 Key 是否有效、查网络是否可达、查模型名称是否准确。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本地部署实操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92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是开源的本地大模型部署工具，能让模型完全运行在你的电脑上，数据不出本机。接入步骤如下：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152704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14996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Ollama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755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前往 Ollama 官网（ollama.com）下载对应操作系统的安装包并完成安装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21488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07008" y="2121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拉取模型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07008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终端执行 ollama pull ＜模型名＞（如 ollama pull qwen2.5），模型下载到本地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" y="27706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770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2743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确认服务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07008" y="2999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默认监听本机 11434 端口；执行 ollama list 查看已拉取的模型列表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" y="33924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7008" y="33649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WorkBuddy 中接入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07008" y="3621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模型管理中选择 Ollama 本地部署，填入服务地址与模型名称（无需 API Key）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" y="4014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07008" y="39867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07008" y="42428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发送测试消息确认本地模型可用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23560" y="1207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常用命令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23560" y="1536192"/>
            <a:ext cx="3063240" cy="16459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06440" y="1536192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qwen2.5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list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服务默认监听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本机 11434 端口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安全提示：本地模型体积通常达数 GB，请预留磁盘空间；推理性能取决于本机显卡与内存配置，轻量设备建议选择小参数模型。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接入方式选择建议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四种接入方式各有适用人群：按计费偏好、开发占比与数据敏感度来选。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26187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727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适合需要按需灵活计费的个人或团队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39319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63040"/>
            <a:ext cx="54864" cy="1261872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727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Plan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0116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适合以代码开发为主的开发者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39319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880360"/>
            <a:ext cx="54864" cy="1261872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900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提供商接入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适合已经持有企业级 API 权限、追求开箱即用的用户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39319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880360"/>
            <a:ext cx="54864" cy="1261872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9900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本地部署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4290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涉及公司核心机密或敏感数据的工作空间，务必优先考虑本地方案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315968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315968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3159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选择逻辑：按需灵活计费选 Token Plan，代码开发为主选 Coding Plan，已有企业权限选提供商接入，敏感数据必选 Ollama 本地部署。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积分与成本管理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6.5.1 积分的消耗逻辑：额度与模型 Token 定价、任务复杂度相关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6.5.2 消耗差异的三条规律：模式差异 / 实体差异 / 上下文差异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6.5.3 成本优化实践：按任务价值匹配模型与实体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理解消耗逻辑，是控制使用成本的前提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积分的消耗逻辑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积分是 WorkBuddy 的使用额度（首次出现于第 4 章）。内置模型与云端服务的每次任务执行都会消耗积分，消耗量与模型 Token 定价和任务复杂度有关。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54864" cy="16916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Token 定价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9572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不同模型单位 Token 处理单价不同，单价越高，同等任务消耗越多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78308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783080"/>
            <a:ext cx="54864" cy="169164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920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任务复杂度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39572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简单任务（如简短问答）消耗较少；复杂任务（如长代码分析、多轮对话、知识库检索）消耗更多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8046720" cy="594360"/>
          </a:xfrm>
          <a:prstGeom prst="rect">
            <a:avLst/>
          </a:prstGeom>
          <a:solidFill>
            <a:srgbClr val="1E8F7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94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理解消耗逻辑，是控制使用成本的前提。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官方文档《积分》：https://www.workbuddy.cn/docs/workbuddy/Credits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消耗差异的三条规律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260604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2514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52704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模式差异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210312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深度思考模式（Thinking）的积分消耗显著高于标准推理模式——用更长的推理换取更高质量的答案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1417320"/>
            <a:ext cx="260604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417320"/>
            <a:ext cx="54864" cy="25146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6432" y="1527048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13" name="Text 11"/>
          <p:cNvSpPr/>
          <p:nvPr/>
        </p:nvSpPr>
        <p:spPr>
          <a:xfrm>
            <a:off x="3456432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95928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实体差异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210312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专家团涉及多个模型协同运作，消耗通常明显高于单专家，单专家又高于纯技能调用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1417320"/>
            <a:ext cx="260604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417320"/>
            <a:ext cx="54864" cy="25146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527048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57416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上下文差异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10312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长文档挂载、多轮追问、多模态输入都会增加 Token 用量，进而推高消耗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20624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具体消耗以实际任务与官方《积分》说明为准：https://www.workbuddy.cn/docs/workbuddy/Credits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成本优化实践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 + 标准推理优先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77640" y="12344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日常任务优先 Auto 与标准推理，把 Thinking 留给高价值复杂任务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470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8013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简单任务不召唤专家团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77640" y="180136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用技能或单专家即可完成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4140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36829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控制追问与挂载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77640" y="236829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控制单任务追问轮数与挂载文件体积（第 2 章给出连续追问约 8 轮的经验建议）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9809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80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3522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高频与敏感任务走本地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77640" y="293522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高频批量任务与敏感数据任务走 Ollama 本地模型，把云端额度留给 Agent 场景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547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502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开发类工作用 Coding Plan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77640" y="350215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Coding Plan 专属订阅，避免占用 Token Plan 的按量额度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8046720" cy="402336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160520"/>
            <a:ext cx="64008" cy="40233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16052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成本优化的本质：按任务价值匹配模型与实体，而不是一律使用最强配置。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模型管理最佳实践与常见问题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6.6.1 最佳实践五条：优先 Auto / 利用能力标记 / Ollama 离线首选 / 灵活自定义协议 / API Key 严格管控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6.6.2 常见问题排查：无响应、能力缺失、本地连接失败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把模型配置沉淀为可复用的管理习惯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模型管理最佳实践五条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 Auto 模式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77640" y="12344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在非特定专业需求下，尽可能使用系统的 Auto 模式，以获得最佳的响应速度与稳定性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470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8013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利用能力标记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77640" y="180136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配置第三方模型时，善用“能力标记自动写入”功能，确保准确识别识图、工具调用等高级特性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4140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36829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离线首选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77640" y="236829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涉及公司核心机密代码或敏感财务数据的工作空间，务必首选 Ollama 本地部署方案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9809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80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3522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灵活应用自定义协议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77640" y="293522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自建内部大模型网关或非标准 URL 的服务，通过自定义 OpenAI 兼容协议灵活对接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547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502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 严格管控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77640" y="350215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API Key 视为最高级别的机密凭证，避免在非加密文档或公共代码库中明文保存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315968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315968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3159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五条实践可归纳为：能默认就 Auto，能离线就 Ollama，密钥只进加密保管。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常见问题排查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260604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25146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527048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配置后模型无响应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" y="26060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按三查排查：查 API Key 是否有效、查网络是否可达、查模型名称是否与厂商标识一致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1417320"/>
            <a:ext cx="260604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417320"/>
            <a:ext cx="54864" cy="25146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6432" y="1527048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13" name="Text 11"/>
          <p:cNvSpPr/>
          <p:nvPr/>
        </p:nvSpPr>
        <p:spPr>
          <a:xfrm>
            <a:off x="3456432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56432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能对话但无法识图/调用工具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56432" y="26060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检查能力标记是否已正确配置，优先开启“能力标记自动写入”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1417320"/>
            <a:ext cx="260604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417320"/>
            <a:ext cx="54864" cy="2514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52704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本地连接失败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6060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 Ollama 服务已启动、地址与端口（默认 11434）填写正确，并检查防火墙是否放行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20624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排查顺序建议：先查 Key 与网络，再核模型名称，最后检查能力标记与本地服务状态。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配套实验总览（6.1-6.5）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6.1 推理模式与 Auto（★ 必做）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6.2 能力标记验证（★ 必做）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6.3 自定义模型接入（○ 可选）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6.4 Ollama 本地部署（○ 可选）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88720" y="47000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Text 19"/>
          <p:cNvSpPr/>
          <p:nvPr/>
        </p:nvSpPr>
        <p:spPr>
          <a:xfrm>
            <a:off x="1508760" y="4572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6.5 积分消耗观察（★ 必做）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章配套实验（labs/ch06-labs.md）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70432"/>
          <a:ext cx="80467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3291840"/>
                <a:gridCol w="1691640"/>
                <a:gridCol w="1143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实验名称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验证知识点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前置条件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推理模式与 Auto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均衡/快速/极致三档模型选择；思考模式 vs 推理模型；Auto 按任务自动选模型；任务中切换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 1.1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 必做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能力标记验证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能力标记自动写入；识图/长文本/工具调用任务下的模型匹配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 1.1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 必做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自定义模型接入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提供商接入/Token Plan/Coding Plan 等配置要素与连通验证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持有对应模型 API Key 或订阅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A889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可选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Ollama 本地部署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安装、拉取模型、11434 端口接入、离线测试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可安装 Ollama 的电脑（预留数 GB 磁盘）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A889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可选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积分消耗观察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消耗量与模型 Token 定价和任务复杂度相关；积分查看入口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 1.1（账户有积分）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 必做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45720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官方文档《模型配置》：https://www.workbuddy.cn/docs/workbuddy/From-Beginner-to-Expert-Guide/Function-Description/Model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4626864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626864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62686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建议顺序：先完成 ★ 必做实验 6.1 → 6.2 → 6.5，再按条件选做 ○ 可选实验 6.3、6.4。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0" y="-1280160"/>
            <a:ext cx="3474720" cy="3474720"/>
          </a:xfrm>
          <a:prstGeom prst="ellipse">
            <a:avLst/>
          </a:prstGeom>
          <a:solidFill>
            <a:srgbClr val="FFFFFF">
              <a:alpha val="20000"/>
            </a:srgbClr>
          </a:solidFill>
          <a:ln w="15240">
            <a:solidFill>
              <a:srgbClr val="28B89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-685800"/>
            <a:ext cx="2286000" cy="2286000"/>
          </a:xfrm>
          <a:prstGeom prst="ellipse">
            <a:avLst/>
          </a:prstGeom>
          <a:solidFill>
            <a:srgbClr val="28B894">
              <a:alpha val="12000"/>
            </a:srgbClr>
          </a:solidFill>
          <a:ln w="12700">
            <a:solidFill>
              <a:srgbClr val="D5DBD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6400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8B894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-914400" y="4023360"/>
            <a:ext cx="2194560" cy="2194560"/>
          </a:xfrm>
          <a:prstGeom prst="ellipse">
            <a:avLst/>
          </a:prstGeom>
          <a:solidFill>
            <a:srgbClr val="2E9E83">
              <a:alpha val="12000"/>
            </a:srgbClr>
          </a:solidFill>
          <a:ln w="12700">
            <a:solidFill>
              <a:srgbClr val="D5DBDB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25880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325880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2984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2070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两种推理模式：标准推理保效率（够用、快、省），深度思考（Thinking）用思维链换深度——任务越依赖“推理过程”，越值得启用 Thinking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1929384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1929384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9019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8105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内置模型家族：Auto 自动模式 + 混元 / GLM / MiniMax / Kimi / DeepSeek，能力标记构成模型的能力画像，系统按任务需求匹配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532888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2532888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5054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41401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模型选择：四类场景策略 + 选型口诀——日常 Auto 保底，多模态认准 GLM/Kimi，难活交给深度思考，Agent 场景选 GLM/MiniMax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136392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136392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1089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017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自定义接入：Token Plan、Coding Plan、提供商接入、Ollama 本地部署四种方式，配置四要素为 Base URL、模型名称、API Key、能力标记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739896"/>
            <a:ext cx="256032" cy="256032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3739896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7124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6210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成本管理框架：积分消耗三条规律（模式 / 实体 / 上下文差异）+ 成本优化实践（按任务价值匹配模型与实体）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224528"/>
            <a:ext cx="8046720" cy="62179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224528"/>
            <a:ext cx="64008" cy="62179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224528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下一章：第 7 章 学习助理（远程操控）机制与各渠道接入——把执行能力延伸到移动端，让 WorkBuddy 随时听候调遣。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试说明深度思考模式（Thinking）虽然成本更高、速度更慢，但仍被引入核心工作流的原因。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0756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假设您的团队处于一个完全无外网连接的安全开发环境中，您应如何利用 WorkBuddy 的模型配置功能继续开展 AI 辅助工作？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9626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916936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分析“提供商接入”与“Token Plan”在配置流程和适用人群上的主要差异。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039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03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75818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结合积分的消耗规律，为一位每天需要“批量生成周报 + 偶尔做代码审查”的用户设计两条成本优化建议。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61772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建议先独立思考，再回到配套实验（实验 6.1-6.5）动手验证你的答案。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模型配置</dc:title>
  <dc:subject>PptxGenJS Presentation</dc:subject>
  <dc:creator>WorkBuddy 效率进阶实训课程</dc:creator>
  <cp:lastModifiedBy>WorkBuddy 效率进阶实训课程</cp:lastModifiedBy>
  <cp:revision>1</cp:revision>
  <dcterms:created xsi:type="dcterms:W3CDTF">2026-08-17T12:53:23Z</dcterms:created>
  <dcterms:modified xsi:type="dcterms:W3CDTF">2026-08-17T12:53:23Z</dcterms:modified>
</cp:coreProperties>
</file>