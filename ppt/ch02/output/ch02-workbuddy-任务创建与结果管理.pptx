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任务创建与结果管理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 · 上下文挂载 · 对话追问 · 结果区与产物 · 工作空间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2.1-2.5）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掌握“三要素公式”与任务描述黄金法则，写出高质量任务描述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47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熟练运用四种上下文挂载方式（@引用 / 截图 / 上传 / 补充说明）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328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054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掌握任务对话的追问、修正与打断技巧，判断追问 vs 新建任务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912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638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熟练使用结果区四类内容检视产物，完成分享与交付检验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221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理解工作空间与任务的容器关系，掌握归档 vs 删除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学完本章，你将具备指挥 WorkBuddy 完成单点复杂任务的能力。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任务描述的黄金法则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三要素公式：做什么 + 有什么 + 怎么样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明确目标与可量化的验收标准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提供上下文、消除歧义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样板文件技巧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三要素公式：做什么 + 有什么 + 怎么样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明确核心动作与目标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（整理、生成、分析……）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1430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14300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6432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提供输入素材与前置条件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（文件、数据、参考）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14300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143000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527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指定输出格式与质量标准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（表格 / 条数 / 风格）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852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示例指令（官方正面示范）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12724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把 D:/会议纪要/0320产品评审.docx 里的会议纪要整理成一份清单，包含：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1）每个议题的结论；2）对应的责任人和截止日期；3）标记有争议、未决的事项。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用表格输出，不需要开场白。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最佳实践：指定输出格式时，直接挂载一份“样板文件”，系统按范式生成。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明确目标与验收标准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645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4813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描述终点而非路线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4944" y="193852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重点向系统索要结果，不要过度规定中间的推演过程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371600"/>
            <a:ext cx="54864" cy="16459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4813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提供可量化的“尺子”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56432" y="193852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字数限制、章节长度、层级结构、语言风格等验收标准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71616" y="137160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371600"/>
            <a:ext cx="54864" cy="16459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813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一次说清关键信息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7920" y="193852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读者身份、专有名词、负面清单（明确“不做什么”）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7490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验收标准是“尺子”：越具体，产物越接近你想要的。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提供上下文与消除歧义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角色指代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37560" y="1188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把模糊人称替换为具体角色或姓名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647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时间要求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把“昨天 / 最近”替换为具体日期或时间范围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13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数量指标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把“一些 / 几个”替换为明确数字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37560" y="2834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把“高大上 / 专业”转化为可验证的排版或语言规则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9776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宏大多层级任务：拆解为有序独立步骤，配合 Plan 模式逐步攻克。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附件与上下文引用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四种上下文挂载方式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支持的文件类型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隐私授权边界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四种上下文挂载方式（官方文档《创建任务》）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44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 引用上下文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@ 引用文件、文档、规则等信息，关联到任务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3444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44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粘贴截图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8013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Ctrl/Cmd + V 直接粘贴剪贴板图片，提供界面/图文信息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88920"/>
            <a:ext cx="54864" cy="1371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98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558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点击上传按钮或拖拽本地文件（PDF、Excel 等）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788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8892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98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3558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明确目标、输入、输出格式、约束条件等关键信息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48056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805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四种方式可以混用：文本 + 文件拖拽 + 截图粘贴 + @引用，一次提问全部带上。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支持的文件类型（官方文档《任务对话》）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Word / TXT / Markdown / RTF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2344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234440"/>
            <a:ext cx="54864" cy="11887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56432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/ CSV / TSV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2344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234440"/>
            <a:ext cx="54864" cy="1188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7099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06040"/>
            <a:ext cx="54864" cy="11887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" y="3081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JPG / PNG / GIF / BMP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10128" y="26060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2606040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56432" y="3081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 / RAR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71616" y="26060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71616" y="2606040"/>
            <a:ext cx="54864" cy="11887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代码文件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0815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各类编程语言源码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160520"/>
            <a:ext cx="45720" cy="4114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安全提示：文件夹级授权属高风险操作，遵循“最小权限”，只授权必要的项目子目录。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隐私授权边界与安全机制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所有文件处理默认在本地完成，原始数据不上传云端；服务端仅处理数据片段，用后即弃，不保存也不用于模型训练（官方文档《任务对话》）。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74320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43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仅访问你主动勾选授权的文件夹，系统敏感目录自动拦截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高危操作需二次确认（删除、批量写入、系统配置变更等）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知识库引用：通过资料库/连接器按登录用户权限读取云端资料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隐私承诺：用后即弃，不保存、不用于模型训练——可放心处理敏感业务数据。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任务对话与追问技巧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闭环过程：输入 → 补充 → 执行 → 验收 → 追问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上下文保持与边界（固定锚点）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软修正与硬打断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分步确认与“追问 vs 新建”判断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对话闭环与上下文保持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1508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输入需求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38528" y="123444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21408" y="1234440"/>
            <a:ext cx="1508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21408" y="123444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1234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补充上下文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02736" y="123444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85616" y="1234440"/>
            <a:ext cx="1508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85616" y="123444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234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查看思考与执行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66944" y="123444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49824" y="1234440"/>
            <a:ext cx="1508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9824" y="123444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5541264" y="1234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31152" y="123444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14032" y="1234440"/>
            <a:ext cx="1508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14032" y="1234440"/>
            <a:ext cx="54864" cy="100584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7205472" y="1234440"/>
            <a:ext cx="1325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追问调整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265176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651760"/>
            <a:ext cx="54864" cy="11887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2743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上下文保持：同一任务会话自动保留全部历史，追问无需重复前置条件；跨任务对话相互隔离。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实践技巧：长对话中用“固定锚点”——定期让 AI 总结已确认的阶段性成果，再继续下一轮（经验建议，官方未设轮数上限）。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2062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06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追问只需说“改什么”：不用重复背景，WorkBuddy 接着上下文继续。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任务的打断与修正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1031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软修正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生成完毕或停顿期间，发送新提示词把方向“拉回来”。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三类追问：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新需求：再加一个饼图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修改意见：表格按销售额排序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继续追问：帮我导出成 PDF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21031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硬打断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任务执行中，输入框区域实时显示“停止入口”，可随时中断。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中断后三种继续方式：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补充新的说明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调整需求后重新发送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基于已有内容继续推进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2336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执行过程全程透明：思考与步骤进度（Todo 清单）实时可见，随时监控推演方向。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分步确认与“追问 vs 新建”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分步确认（强依赖中间确认的任务，首选 Plan 模式）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72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长报告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197510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先确认大纲，后填充细节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4630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463040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572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6432" y="197510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先在一个测试文件上跑样例，验收后批量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4630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463040"/>
            <a:ext cx="54864" cy="11887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572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代码重构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7510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先讨论技术方案，再生成实施代码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71800"/>
            <a:ext cx="54864" cy="123444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0906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判断标准：核心目标是否发生实质性变化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4930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仍在完善初始任务 → 继续追问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产生全新灵感或独立子模块 → 果断新建任务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43484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34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口诀：修补旧目标用追问，开启新目标用新建。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结果查看与产物交付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结果区四类内容：概览（工作空间文件 / 浏览器 / 变更 / 产物）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产物预览、下载与分享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交付五步检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结果区四类内容（官方口径：概览）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3258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44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工作空间文件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树状浏览当前工作空间所有文件，快速对照定位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34440"/>
            <a:ext cx="54864" cy="13258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3441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内置轻量浏览器，实时预览网页 / UI 原型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43200"/>
            <a:ext cx="54864" cy="13258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52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对比文本/代码修改，遵循“先看再接受”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39319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743200"/>
            <a:ext cx="54864" cy="13258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852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291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最终交付物聚合入口：免下载预览、下载、分享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38912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89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检视是持续的：右侧视图随对话指令实时刷新迭代，无需离开任务流。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产物分享（上传云端 / 下载）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预览产物时点击右上角分享图标，可选择上传到云端协作载体，或下载到本地。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云端载体（需对应账号授权）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43200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我的云端网盘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15184" y="27432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5184" y="2743200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2752344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腾讯文档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81728" y="27432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2743200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48272" y="27432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48272" y="2743200"/>
            <a:ext cx="54864" cy="9144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9" name="Text 17"/>
          <p:cNvSpPr/>
          <p:nvPr/>
        </p:nvSpPr>
        <p:spPr>
          <a:xfrm>
            <a:off x="6885432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乐享知识库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2336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233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分享后可到「设置-数据管理」的“我分享的文件”中复制链接 / 下载 / 取消分享。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产物交付前的“五步检”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完整性检查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49040" y="1143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信息是否截断？要求的字段是否都有体现？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7922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92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64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符合预期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49040" y="1764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格式、语气、深浅程度是否与三要素约定相符？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140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3865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敏感信息排查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49040" y="2386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是否包含需脱敏的 IP、姓名或商业机密？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03580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0083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分享方式选择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4904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按接收者习惯选择源文件、PDF 或云文档链接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6301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一句话说明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49040" y="3630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附上背景与核心结论，降低接收者阅读门槛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34840"/>
            <a:ext cx="45720" cy="36576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34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口诀：完整 → 达标 → 脱敏 → 选路 → 一句话。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工作空间与任务归档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 = 项目目录 + 任务集合 + 上下文配置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多任务并行与资源隔离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 vs 删除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工作空间与任务的容器关系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 = 具体的项目目录 + 相关的任务集合 + 沉淀的上下文配置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任务（Task）：一次具体的对话与产出，具有瞬时性、即战力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83464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按项目粒度选目录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4944" y="33467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一个开发项目、一次年终总结，都拥有独立工作空间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28346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283464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两条收编路径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33467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新建任务时直接挂载；或右键历史任务“保存到工作空间”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83464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2834640"/>
            <a:ext cx="54864" cy="1371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多端实时同步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334670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以当前最新版本为准，任务状态流转与移交不间断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434840"/>
            <a:ext cx="45720" cy="4114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34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团队协作：把工作空间根目录放进 Git/SharePoint/腾讯文档同步目录，变更即触达团队。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多任务并行与资源隔离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6002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任务级并行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" y="18836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不同任务独立运行、互不阻塞；新任务即开即建，边等边干，无需排队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371600"/>
            <a:ext cx="54864" cy="16002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上下文隔离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56432" y="18836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每个任务自带独立的对话、文件引用与配置，互不串扰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371600"/>
            <a:ext cx="2606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71616" y="1371600"/>
            <a:ext cx="54864" cy="1600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813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同空间内协作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0" y="188366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同一工作空间的任务共享根目录，产物按任务维度归集，便于对照验收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3756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37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任务状态六态：进行中 / 已完成 / 失败 / 待处理 / 规划中 / 已归档 —— 一眼定位每个并行任务的阶段。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8862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86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搜索与筛选：支持按关键词检索历史任务，可按状态/时间快速过滤，长尾任务也能快速找回。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会话与资源：一次会话内可连续对话，也可直接新建任务转入新会话，资源配置按任务独立生效。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 vs 删除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归档（软清理）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删除（硬清理）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操作入口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任务右键 → 归档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任务右键 → 删除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直接归档，可随时找回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二次确认，且不可恢复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产物状态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保留对话与产物，可重新打开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对话与产物不可再查看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后续能力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可继续对话、重新打开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无法查看、无法继续对话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阶段性收尾，后续可能复用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确定废弃，彻底清理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删除是高风险操作：二次确认后，对话与产物将不可查看、不可继续对话。重要任务请优先归档。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章配套实验（labs/ch02-labs.md）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2.1 三要素公式对比：模糊指令 vs 三要素指令的产物质量差异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2.2 四种上下文挂载：@引用 / 截图 / 文件 / 补充说明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2.3 对话追问与打断：多轮上下文保持与修正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2.4 结果区检视与产物交付：四类内容 + 预览 / 下载 / 分享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7000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1508760" y="4572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2.5 任务状态与工作空间：六态流转 + 归档 vs 删除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章配套实验（labs/ch02-labs.md）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36245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三要素公式对比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模糊指令 vs 三要素指令，对比产物质量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" y="2350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10128" y="12344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2344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3456432" y="136245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5928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四种上下文挂载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56432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@引用 / 粘贴截图 / 上传文件 / 补充说明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6432" y="2350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2344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2344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36245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57416" y="1344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对话追问与打断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0" y="17647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多轮追问上下文保持、软修正 / 硬打断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3500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8346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" y="296265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2944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结果区检视与产物交付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4944" y="33649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四类内容检视、产物预览 / 下载 / 分享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10128" y="283464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10128" y="283464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4" name="Shape 32"/>
          <p:cNvSpPr/>
          <p:nvPr/>
        </p:nvSpPr>
        <p:spPr>
          <a:xfrm>
            <a:off x="3456432" y="2962656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35" name="Text 33"/>
          <p:cNvSpPr/>
          <p:nvPr/>
        </p:nvSpPr>
        <p:spPr>
          <a:xfrm>
            <a:off x="3456432" y="2962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95928" y="2944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任务状态与工作空间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456432" y="336499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六态流转、搜索筛选、归档 vs 删除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56432" y="39502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实验顺序建议：2.1 → 2.2 → 2.3 → 2.4 → 2.5；其中 2.4 需先完成 2.1，2.5 需先完成 2.1–2.4。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三要素公式（做什么 + 有什么 + 怎么样）：把模糊需求变成可执行、可验收的明确任务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四种上下文挂载（@引用 / 粘贴截图 / 上传文件 / 补充说明）：让 WorkBuddy 充分理解你的输入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对话闭环（追问 / 修正 / 打断 / 新建）：多轮上下文保持，基于部分结果继续，追问不成则果断新建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结果区四类内容（概览：工作空间文件 / 浏览器 / 变更 / 产物）：交付前先检视，产物可分享到云盘 / 腾讯文档 / ima / 乐享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工作空间与任务：任务六态流转，归档保数据、删除需谨慎，多任务并行互不干扰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9768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下一章：第 3 章 灵感与提示词——从“会用”到“用得巧”。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任务创建与结果管理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2026-08-17T12:53:23Z</dcterms:created>
  <dcterms:modified xsi:type="dcterms:W3CDTF">2026-08-17T12:53:23Z</dcterms:modified>
</cp:coreProperties>
</file>