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0" y="91440"/>
            <a:ext cx="4023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0" b="1" dirty="0">
                <a:solidFill>
                  <a:srgbClr val="28B894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000" dirty="0"/>
          </a:p>
        </p:txBody>
      </p:sp>
      <p:sp>
        <p:nvSpPr>
          <p:cNvPr id="5" name="Shape 3"/>
          <p:cNvSpPr/>
          <p:nvPr/>
        </p:nvSpPr>
        <p:spPr>
          <a:xfrm>
            <a:off x="7040880" y="-1371600"/>
            <a:ext cx="384048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B8E8D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35240" y="-777240"/>
            <a:ext cx="2651760" cy="2651760"/>
          </a:xfrm>
          <a:prstGeom prst="ellipse">
            <a:avLst/>
          </a:prstGeom>
          <a:solidFill>
            <a:srgbClr val="28B894">
              <a:alpha val="12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280160" y="3566160"/>
            <a:ext cx="2651760" cy="265176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411480"/>
            <a:ext cx="365760" cy="365760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309360" y="228600"/>
            <a:ext cx="201168" cy="201168"/>
          </a:xfrm>
          <a:prstGeom prst="ellipse">
            <a:avLst/>
          </a:prstGeom>
          <a:solidFill>
            <a:srgbClr val="A8895F">
              <a:alpha val="5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B8E8DC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914400"/>
            <a:ext cx="64008" cy="237744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93268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14173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产品与基础入门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1143000" y="2487168"/>
            <a:ext cx="2011680" cy="41148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272491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 · 四大核心能力 · 安装配置 · 主界面 · 三种工作模式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97280" y="4114800"/>
            <a:ext cx="137160" cy="137160"/>
          </a:xfrm>
          <a:prstGeom prst="ellipse">
            <a:avLst/>
          </a:prstGeom>
          <a:solidFill>
            <a:srgbClr val="28B894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0" y="4114800"/>
            <a:ext cx="137160" cy="1371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645920" y="4114800"/>
            <a:ext cx="137160" cy="1371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20240" y="4114800"/>
            <a:ext cx="137160" cy="1371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194560" y="4114800"/>
            <a:ext cx="137160" cy="1371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468880" y="4114800"/>
            <a:ext cx="137160" cy="1371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0" y="4114800"/>
            <a:ext cx="137160" cy="1371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017520" y="4114800"/>
            <a:ext cx="137160" cy="1371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91840" y="4114800"/>
            <a:ext cx="137160" cy="1371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效率进阶实训课程 · 配套实验（实验 1.1-1.4）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161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88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准确阐述 WorkBuddy 的核心能力以及与传统 AI 对话工具的差异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84708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独立完成桌面端安装、环境配置与首次登录验证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5328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32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50545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熟练掌握主界面三大区域与新建任务栏的各项功能分区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19125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912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16382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根据任务场景合理选择 Ask / Plan / Craft 三种工作模式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49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8221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了解专家中心、系统设置、模型配置、数据管理与记忆管理概览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434840"/>
            <a:ext cx="45720" cy="41148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4348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学完本章，你将对 WorkBuddy 建立完整的产品全局认知，可直接进入第 2 章任务实操。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产品定位：WorkBuddy 是什么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全场景 AI 办公工作台，腾讯出品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四大核心能力：理解语言 / 规划执行 / 多模态 / 本地文件操作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与传统对话式 AI 的本质差异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88720" y="42428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9" name="Text 17"/>
          <p:cNvSpPr/>
          <p:nvPr/>
        </p:nvSpPr>
        <p:spPr>
          <a:xfrm>
            <a:off x="1508760" y="41148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典型用户与三大适用场景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WorkBuddy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54864" cy="150876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8988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腾讯出品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4708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腾讯推出的全场景 AI 办公工作台（官方文档《WorkBuddy 简介》）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28016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280160"/>
            <a:ext cx="54864" cy="150876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38988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办公好搭子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84708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说出要求 → 开始执行任务 → 交付完整成果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完美连接腾讯办公生态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971800"/>
            <a:ext cx="54864" cy="150876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815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动手执行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53872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一句话描述需求，自主拆解执行，直接交付产物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突破纯对话局限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97180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971800"/>
            <a:ext cx="54864" cy="150876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0815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能力底座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2040" y="353872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人机双写 / MD 审阅 / 私有知识库问答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数据轻应用与看板搭建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四大核心能力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54864" cy="16002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441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理解自然语言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013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用日常说话的方式下达任务，无需学习复杂操作或命令，系统精准捕捉关键意图与任务要素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23444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234440"/>
            <a:ext cx="54864" cy="160020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3441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自主规划执行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8013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给定目标后自动拆解任务、规划执行路径并自主走完——你给目标，它给路径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017520"/>
            <a:ext cx="54864" cy="1600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1272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多模态多任务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58444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一句话同时下达多个需求，后台并行处理；支持文档、表格、PPT、数据分析等多种模态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301752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3017520"/>
            <a:ext cx="54864" cy="1600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1272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本地文件操作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2040" y="358444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读取并操作经授权的本地文件夹，单文件修改到批量处理——从“AI 帮你想”到“AI 帮你做”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572000"/>
            <a:ext cx="45720" cy="41148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5720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核心承诺：让 AI 从“咨询顾问”变成能交付实际产物的“数字员工”。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与传统 AI 对话工具的差异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34747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传统对话式 AI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WorkBuddy 智能体工作台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交互输出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仅输出文字回复或建议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交付可直接验收的产物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文件交互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手动复制粘贴或处理文件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自动操作本地文件，支持批量处理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任务复杂度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局限于单一步骤或简单问答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胜任多步骤、复杂项目型任务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核心定位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线上咨询助手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全场景职场执行平台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434840"/>
            <a:ext cx="45720" cy="41148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4348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一句话：WorkBuddy 从“会聊天”进化为“会干活”，把建议变成可交付的产物。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典型用户与适用场景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典型用户画像（设计理念：零编程基础也能用 · 安全、简单、随时随地在场）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9144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173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移动办公者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15184" y="141732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15184" y="1417320"/>
            <a:ext cx="54864" cy="9144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0" name="Text 8"/>
          <p:cNvSpPr/>
          <p:nvPr/>
        </p:nvSpPr>
        <p:spPr>
          <a:xfrm>
            <a:off x="2752344" y="14173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创意产出者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81728" y="141732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1728" y="1417320"/>
            <a:ext cx="54864" cy="9144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4818888" y="14173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数据分析者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748272" y="141732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748272" y="1417320"/>
            <a:ext cx="54864" cy="9144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6" name="Text 14"/>
          <p:cNvSpPr/>
          <p:nvPr/>
        </p:nvSpPr>
        <p:spPr>
          <a:xfrm>
            <a:off x="6885432" y="14173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OPC 创业者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2606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三大适用场景（官方文档《快速开始》）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017520"/>
            <a:ext cx="26060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017520"/>
            <a:ext cx="54864" cy="132588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31272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日常办公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13232" y="352958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文档生成、数据分析、PPT/报告、深度研究、邮件周报、批量文件处理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91840" y="3017520"/>
            <a:ext cx="26060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91840" y="3017520"/>
            <a:ext cx="54864" cy="132588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24" name="Text 22"/>
          <p:cNvSpPr/>
          <p:nvPr/>
        </p:nvSpPr>
        <p:spPr>
          <a:xfrm>
            <a:off x="3456432" y="31272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代码开发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456432" y="352958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代码编写与重构、脚本生成、技术方案设计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35040" y="3017520"/>
            <a:ext cx="26060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3017520"/>
            <a:ext cx="54864" cy="132588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8" name="Text 26"/>
          <p:cNvSpPr/>
          <p:nvPr/>
        </p:nvSpPr>
        <p:spPr>
          <a:xfrm>
            <a:off x="6199632" y="31272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设计创意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199632" y="352958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设计稿、海报、演示文稿视觉、创意内容产出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4526280"/>
            <a:ext cx="8046720" cy="41148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31" name="Shape 29"/>
          <p:cNvSpPr/>
          <p:nvPr/>
        </p:nvSpPr>
        <p:spPr>
          <a:xfrm>
            <a:off x="548640" y="4526280"/>
            <a:ext cx="45720" cy="41148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45262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无论你在哪：微信/企业微信/飞书/QQ 等移动端都能远程派发任务（远程操控 Claw/助理）。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桌面端安装与首次登录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系统要求：Windows 10+ / macOS 12+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与 macOS 安装步骤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微信扫码登录与功能验证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系统要求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54864" cy="18288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10 及以上版本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不支持 Windows 7 / 8 / 8.1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4630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463040"/>
            <a:ext cx="54864" cy="182880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600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macOS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92040" y="21488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macOS 12 (Monterey) 及以上版本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114800"/>
            <a:ext cx="45720" cy="41148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1148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以当前最新版本为准：产品界面与功能迭代较快，系统要求请以官方安装指南为准。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安装步骤（Windows / macOS）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平台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4904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90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463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访问官网（codebuddy.cn/work）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05740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0299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下载 Windows 安装包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62432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24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59689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双击运行安装程序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19125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912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16382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按安装向导提示完成安装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5488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macOS 平台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846320" y="14904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490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40680" y="1463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按芯片选择版本（M 系列→ARM64 / Intel→x64）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846320" y="205740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20299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下载 .dmg 安装文件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846320" y="262432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624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40680" y="259689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双击打开 .dmg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846320" y="319125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1912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40680" y="316382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将应用图标拖入 Applications 文件夹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4297680"/>
            <a:ext cx="8046720" cy="41148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31" name="Shape 29"/>
          <p:cNvSpPr/>
          <p:nvPr/>
        </p:nvSpPr>
        <p:spPr>
          <a:xfrm>
            <a:off x="548640" y="4297680"/>
            <a:ext cx="45720" cy="41148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42976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安装完成后启动 WorkBuddy，进入首次登录与功能验证（见下一页）。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首次登录与功能验证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618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234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登录账号：微信扫描屏幕二维码完成登录，勾选同意用户服务协议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39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011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确认状态：检查个人头像，确认账户已登录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8163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16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788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版本检查：进入系统设置核对软件版本号（建议开启自动更新）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59359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593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566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功能验证：发送一条测试消息，能收到回复即网络与配置成功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234440" y="4160520"/>
            <a:ext cx="4937760" cy="50292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417320" y="41605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你好，请介绍一下你自己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4663440"/>
            <a:ext cx="45720" cy="36576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6634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最佳实践：首次登录后在系统设置中确认自动更新开启，始终使用最新功能。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主界面与核心功能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主界面三大区域：导航 / 对话 / 结果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新建任务栏：工作模式、模型、技能、连接器、工作空间、权限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任务状态、结果区与专家体系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88720" y="42428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9" name="Text 17"/>
          <p:cNvSpPr/>
          <p:nvPr/>
        </p:nvSpPr>
        <p:spPr>
          <a:xfrm>
            <a:off x="1508760" y="41148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系统设置、数据管理与记忆管理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主界面三大区域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54864" cy="109728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4416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左侧导航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606040" y="1344168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导航中枢：任务列表按「任务 / 空间」两板块分组，可搜索与筛选；底部个人头像入口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468880"/>
            <a:ext cx="54864" cy="109728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7860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中间对话区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06040" y="2578608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核心交互：任务标题栏、消息列表、输入框；底部新建任务栏集成关键配置入口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703320"/>
            <a:ext cx="54864" cy="109728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1304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右侧结果区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06040" y="3813048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成果展示：概览（工作空间文件 / 浏览器 / 变更 / 产物），四类内容集中查看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572000"/>
            <a:ext cx="45720" cy="36576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5720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六种任务状态：进行中 / 已完成 / 失败 / 待处理 / 规划中 / 已归档（官方文档《任务管理》）。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新建任务栏：关键配置入口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54864" cy="13716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3441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工作模式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94944" y="174650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Ask / Craft / Plan，三大底层模式快速切换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10128" y="123444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10128" y="1234440"/>
            <a:ext cx="54864" cy="137160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0" name="Text 8"/>
          <p:cNvSpPr/>
          <p:nvPr/>
        </p:nvSpPr>
        <p:spPr>
          <a:xfrm>
            <a:off x="3456432" y="13441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模型选择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456432" y="174650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 / 混元 / GLM / MiniMax / Kimi / DeepSeek 等内置模型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71616" y="123444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71616" y="1234440"/>
            <a:ext cx="54864" cy="13716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3441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工作空间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217920" y="174650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绑定特定工作目录，隔离项目文件与上下文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788920"/>
            <a:ext cx="54864" cy="13716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" y="28986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 Skill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94944" y="330098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指定任务调用能力：内置 20+ 技能包，兼容社区技能导入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10128" y="278892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10128" y="2788920"/>
            <a:ext cx="54864" cy="137160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22" name="Text 20"/>
          <p:cNvSpPr/>
          <p:nvPr/>
        </p:nvSpPr>
        <p:spPr>
          <a:xfrm>
            <a:off x="3456432" y="28986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连接器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3456432" y="330098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接入外部系统或数据源（QQ 邮箱、腾讯文档等）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71616" y="278892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71616" y="2788920"/>
            <a:ext cx="54864" cy="13716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28986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权限控制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217920" y="330098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默认权限或完全访问，高危操作二次确认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4526280"/>
            <a:ext cx="45720" cy="36576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5262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安全提示：修改系统级文件或敏感目录时谨慎使用“完全访问”；非信任插件保持最小权限。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专家中心：Skill / 专家 / 专家团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6060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1031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508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Skill（技能）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94944" y="201168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单一的、具体的操作能力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例如“解析 Excel”“网页抓取”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10128" y="1371600"/>
            <a:ext cx="26060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10128" y="1371600"/>
            <a:ext cx="54864" cy="210312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0" name="Text 8"/>
          <p:cNvSpPr/>
          <p:nvPr/>
        </p:nvSpPr>
        <p:spPr>
          <a:xfrm>
            <a:off x="3456432" y="1508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专家（Agent）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56432" y="201168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 + 经验：独立人设 + 方法论 + 工具链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系统内置大量领域专家（数量以产品界面为准）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71616" y="1371600"/>
            <a:ext cx="26060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71616" y="1371600"/>
            <a:ext cx="54864" cy="21031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508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专家团（Team）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7920" y="201168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多位专家组成的协作流程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团长 + 分工机制 + 协作网络，攻克大型项目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97764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9776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一句话速记：想要能力找技能；想要建议找专家；想要团队攻坚找专家团（召唤流程详见第 4 章实操）。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系统设置 / 数据管理 / 记忆管理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54864" cy="201168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600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系统设置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94944" y="2103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语言、字体大小、显示模式（简洁模式）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非高风险 Skill 自动安装、防休眠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10128" y="146304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10128" y="1463040"/>
            <a:ext cx="54864" cy="201168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0" name="Text 8"/>
          <p:cNvSpPr/>
          <p:nvPr/>
        </p:nvSpPr>
        <p:spPr>
          <a:xfrm>
            <a:off x="3456432" y="1600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数据管理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56432" y="2103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“我分享的文件”：复制链接、下载保存、取消分享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71616" y="146304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71616" y="1463040"/>
            <a:ext cx="54864" cy="201168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600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记忆管理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7920" y="21031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生成对话记忆（默认开启，每晚自动整合）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手动管理、从其他 AI 产品导入记忆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8046720" cy="41148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069080"/>
            <a:ext cx="45720" cy="41148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0690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记忆让 AI 更“懂”你：每晚自动生成记忆特征，使用习惯可无缝迁移。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三大工作模式：Ask / Plan / Craft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Ask：只读问答，绝不修改文件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Plan：先规划后执行，计划确认后才动手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Craft：直接执行，最高自动化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88720" y="42428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9" name="Text 17"/>
          <p:cNvSpPr/>
          <p:nvPr/>
        </p:nvSpPr>
        <p:spPr>
          <a:xfrm>
            <a:off x="1508760" y="41148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模式选择：安全性 × 自动化程度的平衡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Ask 模式：纯问答（Talk only, hands off）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00584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3258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功能特点：只读交互，仅提供问答服务，绝对不会修改您的任何本地文件；所有输出仅限于对话框内的文字回复。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606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834640"/>
            <a:ext cx="54864" cy="128016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29443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了解内容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4944" y="3346704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快速阅读长篇文档并提取摘要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10128" y="2834640"/>
            <a:ext cx="2606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0128" y="2834640"/>
            <a:ext cx="54864" cy="128016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3456432" y="29443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确认需求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56432" y="3346704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动手前探讨技术方案或文章大纲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71616" y="2834640"/>
            <a:ext cx="2606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71616" y="2834640"/>
            <a:ext cx="54864" cy="128016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29443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安全审视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3346704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检查代码漏洞、文章错别字，由你决定是否采纳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8046720" cy="41148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389120"/>
            <a:ext cx="45720" cy="41148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3891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推荐理由：零风险——最适合处理敏感文件或初步的想法探索。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 模式：先规划后执行（Think first, do second）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00584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3258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功能特点：不会立即修改，先生成详尽的执行计划（Todo List / 执行计划书）供您审核；确认并点击“执行”后才开始文件读写与操作。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606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834640"/>
            <a:ext cx="54864" cy="128016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29443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多步骤任务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4944" y="3346704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分析年度财报 → 提取关键指标 → 生成汇报 PPT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10128" y="2834640"/>
            <a:ext cx="2606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0128" y="2834640"/>
            <a:ext cx="54864" cy="128016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3456432" y="29443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审阅改动范围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56432" y="3346704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代码重构、批量文件重命名：先看计划防意外损坏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71616" y="2834640"/>
            <a:ext cx="2606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71616" y="2834640"/>
            <a:ext cx="54864" cy="128016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29443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讨论协作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3346704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不确定步骤时，通过 AI 的规划获得灵感并调整方向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8046720" cy="41148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389120"/>
            <a:ext cx="45720" cy="41148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3891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推荐理由：安全可控——处理复杂任务或批量修改工作时的首选模式。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Craft 模式：直接执行（You say, I do）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00584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3258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功能特点：最高自动化级别——“数字员工”的核心模式。具备完整文件读写权限，跳过计划确认，直接在工作空间创建、修改或删除文件。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606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834640"/>
            <a:ext cx="54864" cy="128016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29443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文档生成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4944" y="3346704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几句提示词快速生成请假条、通告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10128" y="2834640"/>
            <a:ext cx="2606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0128" y="2834640"/>
            <a:ext cx="54864" cy="128016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3456432" y="29443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表格处理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56432" y="3346704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对指定数据进行格式化、求和或透视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71616" y="2834640"/>
            <a:ext cx="26060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71616" y="2834640"/>
            <a:ext cx="54864" cy="128016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29443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文件整理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3346704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桌面图片按日期分类放入对应文件夹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8046720" cy="41148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389120"/>
            <a:ext cx="45720" cy="41148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3891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推荐理由：效率最高——适合日常高频常规操作或对结果有绝对把握的任务。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三种工作模式对比与选择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651760"/>
                <a:gridCol w="1188720"/>
                <a:gridCol w="24688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Ask 问一问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只读问答，不碰文件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探索、敏感文件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Plan 想一想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先出计划，确认后执行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多步骤/批量修改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Craft 做一做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直接执行，立即落盘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日常高频、有把握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1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794760"/>
            <a:ext cx="8046720" cy="64008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37947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新手 → 先 Ask 探索 / Plan 看路径；熟练 → Craft 解放双手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4572000"/>
            <a:ext cx="45720" cy="36576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45720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模式选择口诀：陌生任务先 Ask/Plan，熟练琐事放心 Craft——安全性 × 自动化程度，你来做平衡。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配套实验：边学边验证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1.1 安装、扫码登录与功能自检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1.2 主界面三区域与新建任务栏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1.3 Ask / Plan / Craft 三模式对比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88720" y="42428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9" name="Text 17"/>
          <p:cNvSpPr/>
          <p:nvPr/>
        </p:nvSpPr>
        <p:spPr>
          <a:xfrm>
            <a:off x="1508760" y="41148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1.4 系统设置与记忆管理（可选）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章配套实验（labs/ch01-labs.md）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54864" cy="13716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344168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1344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325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安装、扫码登录与功能自检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34440" y="17647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下载安装 → 微信扫码 → 版本检查 → 测试消息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703320" y="21945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必做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23444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234440"/>
            <a:ext cx="54864" cy="13716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3" name="Shape 11"/>
          <p:cNvSpPr/>
          <p:nvPr/>
        </p:nvSpPr>
        <p:spPr>
          <a:xfrm>
            <a:off x="4855464" y="1344168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4" name="Text 12"/>
          <p:cNvSpPr/>
          <p:nvPr/>
        </p:nvSpPr>
        <p:spPr>
          <a:xfrm>
            <a:off x="4855464" y="1344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94960" y="1325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主界面三区域与新建任务栏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394960" y="17647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识别三区域 → 定位六个配置入口 → 拖拽文件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863840" y="21945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必做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78892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788920"/>
            <a:ext cx="54864" cy="13716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20" name="Shape 18"/>
          <p:cNvSpPr/>
          <p:nvPr/>
        </p:nvSpPr>
        <p:spPr>
          <a:xfrm>
            <a:off x="694944" y="2898648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" y="28986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2880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Ask / Plan / Craft 三模式对比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234440" y="33192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同一任务三种模式执行，观察行为边界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703320" y="37490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必做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78892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788920"/>
            <a:ext cx="54864" cy="13716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27" name="Shape 25"/>
          <p:cNvSpPr/>
          <p:nvPr/>
        </p:nvSpPr>
        <p:spPr>
          <a:xfrm>
            <a:off x="4855464" y="2898648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28" name="Text 26"/>
          <p:cNvSpPr/>
          <p:nvPr/>
        </p:nvSpPr>
        <p:spPr>
          <a:xfrm>
            <a:off x="4855464" y="28986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2880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系统设置与记忆管理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394960" y="33192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语言/字体/简洁模式、非高风险自动安装、记忆导入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863840" y="37490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可选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" y="4526280"/>
            <a:ext cx="45720" cy="36576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45262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先完成实验 1.1 建立环境基线，再按 1.2 → 1.3 → 1.4 顺序推进。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7040880" y="-1280160"/>
            <a:ext cx="3474720" cy="3474720"/>
          </a:xfrm>
          <a:prstGeom prst="ellipse">
            <a:avLst/>
          </a:prstGeom>
          <a:solidFill>
            <a:srgbClr val="FFFFFF">
              <a:alpha val="20000"/>
            </a:srgbClr>
          </a:solidFill>
          <a:ln w="15240">
            <a:solidFill>
              <a:srgbClr val="28B894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5240" y="-685800"/>
            <a:ext cx="2286000" cy="2286000"/>
          </a:xfrm>
          <a:prstGeom prst="ellipse">
            <a:avLst/>
          </a:prstGeom>
          <a:solidFill>
            <a:srgbClr val="28B894">
              <a:alpha val="12000"/>
            </a:srgbClr>
          </a:solidFill>
          <a:ln w="12700">
            <a:solidFill>
              <a:srgbClr val="D5DBDB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6400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28B894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600" dirty="0"/>
          </a:p>
        </p:txBody>
      </p:sp>
      <p:sp>
        <p:nvSpPr>
          <p:cNvPr id="7" name="Shape 5"/>
          <p:cNvSpPr/>
          <p:nvPr/>
        </p:nvSpPr>
        <p:spPr>
          <a:xfrm>
            <a:off x="-914400" y="4023360"/>
            <a:ext cx="2194560" cy="2194560"/>
          </a:xfrm>
          <a:prstGeom prst="ellipse">
            <a:avLst/>
          </a:prstGeom>
          <a:solidFill>
            <a:srgbClr val="2E9E83">
              <a:alpha val="12000"/>
            </a:srgbClr>
          </a:solidFill>
          <a:ln w="12700">
            <a:solidFill>
              <a:srgbClr val="D5DBDB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17320"/>
            <a:ext cx="256032" cy="25603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417320"/>
            <a:ext cx="256032" cy="2560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3898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2984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= 全场景 AI 办公工作台：四大核心能力（理解语言 / 规划执行 / 多模态 / 本地文件操作）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2130552"/>
            <a:ext cx="256032" cy="25603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2130552"/>
            <a:ext cx="256032" cy="2560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10312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0116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安装三步走 + 微信扫码登录；主界面三区域（导航 / 对话 / 结果）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2843784"/>
            <a:ext cx="256032" cy="25603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2843784"/>
            <a:ext cx="256032" cy="2560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281635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7249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新建任务栏六大配置入口；任务六状态；结果区四类内容（概览：工作空间文件 / 浏览器 / 变更 / 产物）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3557016"/>
            <a:ext cx="256032" cy="256032"/>
          </a:xfrm>
          <a:prstGeom prst="ellipse">
            <a:avLst/>
          </a:prstGeom>
          <a:solidFill>
            <a:srgbClr val="A8895F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3557016"/>
            <a:ext cx="256032" cy="2560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352958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43814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Ask（只读）→ Plan（先计划后执行）→ Craft（直接执行）：安全性 × 自动化程度的平衡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297680"/>
            <a:ext cx="8046720" cy="402336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297680"/>
            <a:ext cx="64008" cy="402336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29768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下一章：任务创建与结果管理——把一句需求变成可交付的产物。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章知识地图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46304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产品定位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166420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WorkBuddy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四大核心能力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与传统 AI 差异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典型用户与场景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88720"/>
            <a:ext cx="54864" cy="146304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安装与登录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892040" y="166420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系统要求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Windows/macOS 安装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微信扫码登录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功能验证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834640"/>
            <a:ext cx="54864" cy="146304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926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主界面与功能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31520" y="331012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三大区域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新建任务栏六入口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任务状态与结果区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专家/技能/专家团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系统设置与记忆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83464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834640"/>
            <a:ext cx="54864" cy="146304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926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三大工作模式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892040" y="331012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Ask 只读问答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 先规划后执行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Craft 直接执行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模式选择口诀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WorkBuddy 产品与基础入门</dc:title>
  <dc:subject>PptxGenJS Presentation</dc:subject>
  <dc:creator>WorkBuddy 效率进阶实训课程</dc:creator>
  <cp:lastModifiedBy>WorkBuddy 效率进阶实训课程</cp:lastModifiedBy>
  <cp:revision>1</cp:revision>
  <dcterms:created xsi:type="dcterms:W3CDTF">2026-08-17T12:53:22Z</dcterms:created>
  <dcterms:modified xsi:type="dcterms:W3CDTF">2026-08-17T12:53:22Z</dcterms:modified>
</cp:coreProperties>
</file>