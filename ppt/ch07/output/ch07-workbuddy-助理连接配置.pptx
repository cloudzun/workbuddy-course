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助理连接配置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移动端发令 · 电脑端执行 · 随时随地调度 WorkBuddy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7.1-7.6）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阐述助理的核心本质、定位及其与普通任务的差异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辨析并选择适合自身场景的远程通信模式（如长连接与 URL 回调）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熟练掌握微信、企业微信及 QQ 等核心渠道的助理配置流程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了解飞书、钉钉等其他企业级协作平台的接入能力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运用标准排查框架，独立解决助理绑定与消息通信中的常见故障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学完本章，你将能把 WorkBuddy 的执行能力装进口袋——人不在电脑前，任务照常落地执行。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助理机制与核心原理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助理的本质：桥接跨端消息、解析并路由指令、触发本机任务调度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三大能力边界：远程触达 / 环境固定 / 场景匹配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通信链路：移动端 → 云端中转 → 本机 WorkBuddy（WebSocket 长连接）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核心通信模式对比：WebSocket 长连接 vs URL 回调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助理的本质与能力边界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本质：用户通过移动终端（如手机微信、企业微信等），远程操控部署于本机的 WorkBuddy 实例。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801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助理承担桥接跨端消息通道、解析并路由用户指令、触发本机任务调度的核心职能。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54864" cy="15544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远程触达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突破物理位置限制，通过手机等随时随地下达指令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1488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148840"/>
            <a:ext cx="54864" cy="15544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环境固定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27249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受限于远程控制特性，任务通常绑定固定工作目录，且保持单一活跃会话状态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1488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148840"/>
            <a:ext cx="54864" cy="1554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场景匹配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54496" y="27249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适用于“人不在电脑前，但必须由电脑环境执行任务”的特殊情况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能力边界一句话：远程触达是价值，环境固定是约束，场景匹配是边界——助理擅长“遥控”，不替代本地操作。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官方文档《助理（远程任务）》：https://www.workbuddy.cn/docs/workbuddy/From-Beginner-to-Expert-Guide/Function-Description/Assistant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助理任务 vs 普通任务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助理任务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工作目录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固定使用“助理专属文件夹”（不可随意切换）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可自由切换工作目录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仅支持单一活跃会话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支持多会话并行处理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保留完整对话历史，不可清空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可清空历史重新开始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02336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023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差异根源：助理任务要经云端中转与移动端交互，用“受控”（固定目录、单会话、历史保留）换“可远程”。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官方文档《助理（远程任务）》：https://www.workbuddy.cn/docs/workbuddy/From-Beginner-to-Expert-Guide/Function-Description/Assistant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典型应用场景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助理机制广泛赋能移动办公——四大典型应用场景：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通勤途中任务前置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地铁上通过微信描述当日数据分析脚本需求，到公司后脚本已生成完毕，直接投入使用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813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客户现场即时响应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会议室演示时需要一份不在U盘里的特定报告，手机指令让工位电脑自动检索并生成汇总材料发到手机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815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非工作时间异步调度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周末想起非紧急但耗时的抓取任务，无需专程打开电脑，让办公室待机的电脑彻夜执行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815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异地办公远程管控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出差在外定期检查本地电脑的运行日志或服务器监控状态，并获取异常警报摘要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四个场景的共通点：移动端发令、电脑端执行——人不在电脑前，但任务必须由电脑环境完成。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远程通信原理与运行前提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指令流转链路：移动端 → 云端中转 → 本机 WorkBuddy；各渠道支持 WebSocket 长连接接入，确保指令下达的即时性和可靠性。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98448"/>
            <a:ext cx="54864" cy="9601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38988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移动端发指令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" y="1773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通过手机等即时通讯软件下达任务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298448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298448"/>
            <a:ext cx="54864" cy="9601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8144" y="138988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68496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云端中转服务节点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56432" y="1773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接收指令并转发至本机，保证链路畅通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298448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298448"/>
            <a:ext cx="54864" cy="960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9984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WorkBuddy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1773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解析并路由指令、触发任务调度，结果回传移动端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8046720" cy="187452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377440"/>
            <a:ext cx="64008" cy="18745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487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四个核心使用前提（缺一不可）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29443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目标电脑必须处于开机状态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3236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电脑端 WorkBuddy 处于运行且已登录的状态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3529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电脑保持持续且稳定的网络连接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" y="3822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电脑不能进入休眠状态（否则网络会断开，WorkBuddy 进程会挂起）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最佳实践：在操作系统电源管理中，把“使计算机进入睡眠状态”设置为“从不”，确保助理随时在线。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配置前自查：① WorkBuddy 已安装并登录 ② 电脑开机常亮 ③ 网络畅通且未被防火墙拦截 WebSocket 端口 ④ 目标平台账号就绪。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核心通信模式对比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21031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核心特性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推荐建议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长连接（WebSocket）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无需公网 IP，支持扫码一键绑定，断线自动重连，配置步骤少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个人开发者、小型团队内部使用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推荐首选，配置门槛极低，日常稳定性好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URL 回调（Webhook）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需公网可达 URL，需额外配置 Token/EncodingAESKey 并回填 Webhook 地址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大型企业 IT 部门、需统一网关管理的集中式部署环境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仅在公司网络策略严格或需二次开发网关时使用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66160"/>
            <a:ext cx="64008" cy="6400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566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安全机制：以企业微信 URL 回调模式为例，消息校验与加密采用平台通用的 Token 签名与 EncodingAESKey 加密机制，确保任务数据在公网流转时不被伪造与窃听。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安全提示：任何渠道配置助理时获取的凭据（如 Secret、EncodingAESKey 等）都具有极高权限，务必妥善保管，切勿通过截图或明文发送给不可信的第三方。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接入企业微信指南》：https://www.workbuddy.cn/docs/workbuddy/Wecom-Guide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微信生态渠道接入指南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6 大 IM 平台 + 元宝派 + 微信小程序 = 8 类渠道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最推荐：微信助理——零配置，扫码即用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微信小程序：云上模式与连接电脑双重执行环境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微信客服号：习惯服务号窗口交互的另一种选择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微信助理（推荐 · 零配置）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打开“助理设置”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097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WorkBuddy 客户端中找到“助理设置”面板（左侧边栏 &gt; ⚙️ 设置 &gt; 助理设置）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切换至“微信助理”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17556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“微信助理”标签页会生成专属的绑定二维码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414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14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扫码完成绑定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49040" y="24140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使用手机微信扫描二维码，确认授权后即可完成绑定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8046720" cy="960120"/>
          </a:xfrm>
          <a:prstGeom prst="rect">
            <a:avLst/>
          </a:prstGeom>
          <a:solidFill>
            <a:srgbClr val="E0F2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08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绑定后，移动端可以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4015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发送文字消息启动新任务，或继续“助理”板块中未完成的会话；发送后续指令、回答追问、批准命令执行与文件修改；查看任务输出、差异对比，任务完成或需要关注时在微信中收到通知。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37490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消息类型支持：文字 · 图片（截图或文档照片）· 文件（转发文件）· 语音（需微信语音转文字）。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绑定全程无需填写 App ID/App Secret 等开发凭证——零配置开箱即用。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官方文档《微信助理接入指南》：https://www.workbuddy.cn/docs/workbuddy/WeixinBot-Guide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微信小程序（移动端执行入口）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接入体验与微信助理类似（均为扫码型操作），但提供了更丰富的扩展能力：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9202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产物同步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开启后不仅能在手机端下发指令，还能直接在小程序中查看电脑端生成的报告或代码片段（产物）；具体开关名称以产品实际界面为准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71600"/>
            <a:ext cx="54864" cy="19202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云上模式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使用云端沙箱执行任务，无需依赖个人电脑；直接在小程序内下发任务并查看任务产物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371600"/>
            <a:ext cx="54864" cy="1920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连接电脑（本机模式）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远程操控电脑桌面端；需桌面端开启“允许移动端连接”且两端登录同一账号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68580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74720"/>
            <a:ext cx="64008" cy="6858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747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两种执行环境对比：云上模式 = 云端沙箱执行，无需电脑在线即可完成并查看产物；连接电脑（本机模式） = 远程操控桌面端，可查看任务、续聊、停止任务。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使用“连接电脑”时，请确保桌面端开启“允许移动端连接”，且两端登录同一账号。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小程序简介》：https://www.workbuddy.cn/docs/workbuddymini/quick-start/Overview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微信客服号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习惯通过服务号窗口交互的用户，可以选择微信客服号集成：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进入面板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WorkBuddy 助理设置面板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29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选择选项卡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2029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选择“微信客服号集成”选项卡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883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获取主账号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2688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点击获取或绑定对应的微信主账号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74136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467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扫码授权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66160" y="3346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扫描弹出的系统认证二维码完成授权体系对接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微信客服号与微信助理功能相同、绑定流程一致（均为扫码绑定），可根据需要选择其中一种使用。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官方文档《微信客服号接入指南》：https://www.workbuddy.cn/docs/workbuddy/Wechat-Guide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腾讯生态其他渠道接入指南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元宝派：凭据型（AppID + Secret）认证，适合定制需求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机器人：QQ 开放平台创建应用机器人，需开发者实名认证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共同流程：平台侧建应用 → 取 AppID/AppSecret → 回填 WorkBuddy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元宝派接入（凭据型）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元宝派采用凭据型（AppID + Secret）认证方式，适合有一定定制需求的用户，完整流程如下：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4416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登录腾讯元宝平台，进入“派”应用管理台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196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创建一个新的 Bot 实例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295144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768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Bot 配置中找到关联 OpenClaw 服务的选项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77063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52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获取该 Bot 的专属 AppID 和 AppSecret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27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WorkBuddy 客户端，在元宝派接入通道填入上述凭据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点击验证连接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19709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178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回到腾讯元宝 App 的关联页面，点击“我已操作”确认关联，即可开始聊天测试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接入元宝派指南》：https://www.workbuddy.cn/docs/workbuddy/YuanBaoPai-Guide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机器人接入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如果你的团队习惯使用 QQ 办公，可以通过 QQ 开放平台接入：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创建应用机器人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前往 QQ 开放平台创建应用机器人（此步骤需完成开发者实名认证）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获取两项凭据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19842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在应用信息页面获取 AppID 和 AppSecret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回填并保存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26426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将两项凭据准确填入 WorkBuddy 的 QQ 助理设置页并保存即可启用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5204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20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安全提示：QQ 平台的 AppSecret 通常只会在创建时完整显示一次，请务必在此刻将其安全复制并暂存。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同属凭据型渠道：与元宝派一致，先在平台获取 AppID/AppSecret，再回到 WorkBuddy 回填。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企业级通信渠道接入指南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企业微信：长连接扫码（推荐）与 URL 回调（高级）双模式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/ 钉钉：开放平台创建自定义机器人应用后回填凭据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统一逻辑：平台建应用 → 取凭据 → 选订阅模式 → 填入 WorkBuddy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企业微信接入（双模式）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企业微信同时支持长连接和 URL 回调两种模式；为降低门槛，WorkBuddy 还提供了基于长连接的快捷扫码绑定。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4688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长连接模式（推荐）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在企业微信管理后台创建自建应用（机器人）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在配置页面选择长连接通信模式，并获取应用的 BotID 和对应的 Secret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1455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 WorkBuddy 端注册这些凭据完成对接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886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54864" cy="24688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回调模式（高级）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38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确保你拥有一台公网 IP 服务器（或进行内网穿透）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140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在企微后台获取验证用的 Token 和 EncodingAESKey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895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 WorkBuddy 端输入这些凭据，系统将生成专用的 Webhook URL 接收地址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364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将生成的 Webhook URL 粘贴回企业微信机器人创建页“API 配置”区域的 URL 输入框并保存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推荐首选长连接：配置步骤更少，无需再填写 URL、Token 或 EncodingAESKey，也不需回填 Webhook URL。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官方文档《WorkBuddy 接入企业微信指南》：https://www.workbuddy.cn/docs/workbuddy/Wecom-Guide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飞书与钉钉机器人接入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远程操控能力同样支持飞书和钉钉平台，接入逻辑与企业微信类似：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创建机器人应用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在飞书开放平台 / 钉钉开发者后台创建自定义机器人应用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获取应用凭据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938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获取对应的 App ID/App Key 及 Secret/App Secret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05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选择订阅模式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505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根据安全要求选择合适的事件订阅模式（长连接或 Webhook）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072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回填助理面板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072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将凭据填入 WorkBuddy 相应的助理设置面板即可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solidFill>
            <a:srgbClr val="E0F2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49040"/>
            <a:ext cx="64008" cy="5029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凭据核对（配置与排查时）：飞书 App ID、App Secret、Encrypt Key；钉钉 Client ID（AppKey）、Client Secret（AppSecret）。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详细操作步骤建议随时查阅官方文档的最新指南（具体以产品实际界面为准）。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常见问题与排查指南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通用四步排查法：运行状态 → 绑定状态 → 凭据有效性 → 网络环境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高频问题：扫码未显示“已绑定” / 消息迟迟无响应 / 凭据保存失败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核心原则：按顺序逐步排查，不跳步；修复后重新下发验证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通用四步排查法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当助理功能异常时，请按顺序执行以下四步：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WorkBuddy 是否运行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确认电脑端的应用程序未被误关或发生崩溃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29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核对绑定状态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在助理设置面板中检查对应渠道的状态灯是否显示为“已连接/已绑定”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检查凭据有效性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6883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对于凭据型渠道，核实 Secret 是否过期或复制错误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7413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467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排查网络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3467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确保电脑网络正常，且未启用可能拦截流量的全局代理或防火墙规则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按顺序逐步排查、不要跳步：先本地应用，再绑定状态，再凭据有效性，最后网络环境。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官方文档《助理（远程任务）》：https://www.workbuddy.cn/docs/workbuddy/From-Beginner-to-Expert-Guide/Function-Description/Assistant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高频问题解析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0632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167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1：扫码后手机端没显示“已绑定”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可能原因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762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使用错误的账号扫码（如用个人微信扫了企业微信的码）；网络状态延迟；二维码在界面停留过久已失效。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解决对策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310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 WorkBuddy 界面获取最新二维码，并确认使用正确的 App 扫码。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0128" y="118872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188720"/>
            <a:ext cx="54864" cy="3063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167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2：手机发消息后迟迟没有响应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可能原因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1762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最常见：电脑长时间未操作进入休眠；WorkBuddy 进程被杀毒软件误关；其他耗时任务占用所有执行线程。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解决对策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310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唤醒电脑并修改电源休眠设置；检查后台任务状态，必要时重启 WorkBuddy 客户端。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18872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188720"/>
            <a:ext cx="54864" cy="3063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3167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3：凭据型渠道注册或保存失败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可能原因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1762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AppID/Secret 时首尾带空格；Secret 被平台重置失效；开发者账号未完成实名认证；URL 回调模式下地址填写不完整。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解决对策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3310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仔细核对凭据文本，利用记事本等工具去除不可见字符再粘贴；回调模式确保复制包含 http:// 或 https:// 的完整地址。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高频问题 2 的最常见根因是电脑休眠——先检查电源设置，再看绑定状态与凭据。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远程指令示例（官方实践六：远程遥控 WorkBuddy）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7315200" cy="1234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4630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我现在不在电脑前，请继续排查这个项目的报错问题，优先查看最近一次运行日志，并先告诉我原因和处理建议，再告诉我下一步如何完成跨端传输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远程场景三条使用建议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先给清晰目标：远程场景下避免模糊指令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67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减少高风险操作：涉及删除、覆盖、批量移动时，建议先要求预览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保留关键文件名：跨端操作时明确文件名和目录，能显著提升成功率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官方文档《实践六：远程遥控 WorkBuddy》：https://www.workbuddy.cn/docs/workbuddy/From-Beginner-to-Expert-Guide/Practice-Cases/Practice-Six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配套实验：助理连接配置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必做主线：7.1 四前提 → 7.2 微信助理 → 7.5 远程特性 → 7.6 排查演练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可选实验：7.3 微信小程序多端协同（需手机微信与微信小程序）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可选实验：7.4 企业微信接入（需企业微信管理员权限）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必做仅需 WorkBuddy 与手机微信；○ 可选需管理员权限或开发者认证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章配套实验（labs/ch07-labs.md）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2984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运行四前提自查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66420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开机/运行/联网/不休眠四前提与防休眠设置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4944" y="2596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1.1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0128" y="11887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18872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6432" y="12984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68496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微信助理接入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56432" y="166420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扫码绑定、手机下发任务、结果回传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6432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56432" y="2596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前置：手机微信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1887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18872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2984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9984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微信小程序多端协同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166420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云上模式 vs 连接电脑；“允许移动端连接”且同一账号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2596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前置：手机微信、微信小程序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297180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30815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7008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企业微信接入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" y="3447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长连接扫码绑定；URL 回调（Token/EncodingAESKey + Webhook 回填）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" y="4160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" y="43799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前置：企业微信管理员权限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10128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10128" y="297180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8" name="Shape 36"/>
          <p:cNvSpPr/>
          <p:nvPr/>
        </p:nvSpPr>
        <p:spPr>
          <a:xfrm>
            <a:off x="3456432" y="30815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39" name="Text 37"/>
          <p:cNvSpPr/>
          <p:nvPr/>
        </p:nvSpPr>
        <p:spPr>
          <a:xfrm>
            <a:off x="3456432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68496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远程任务特性验证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56432" y="3447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助理专属文件夹、上下文保留、单会话限制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56432" y="4160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56432" y="43799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7.2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71616" y="29718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71616" y="297180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46" name="Shape 44"/>
          <p:cNvSpPr/>
          <p:nvPr/>
        </p:nvSpPr>
        <p:spPr>
          <a:xfrm>
            <a:off x="6217920" y="30815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29984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四步排查法演练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17920" y="3447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FAQ 排查流程；实践六远程遥控场景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160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0" y="43799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7.2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必做主线：7.1 → 7.2 → 7.5 → 7.6；7.3、7.4 按前置条件选做；7.5/7.6 依赖 7.2。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助理本质：移动端发令、本机 WorkBuddy 执行；固定“助理专属文件夹”、单一活跃会话、完整历史不可清空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通信链路：移动端 → 云端中转 → 本机 WorkBuddy；WebSocket 长连接（推荐）与 URL 回调（Token 签名 + EncodingAESKey 加密）二选一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八大渠道：微信助理（零配置推荐）、微信小程序、微信客服号、企业微信、QQ、飞书、钉钉与元宝派，遵循“平台建应用 → 取凭据 → 回填面板”通用流程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排查四步：运行状态 → 绑定状态 → 凭据有效性 → 网络环境；最常见根因是电脑休眠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安全底线：Secret、EncodingAESKey 等凭据权限极高，务必妥善保管，不截图、不明文外发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下一章：第 8 章 定时自动化任务——从“人不在电脑前”到“人完全不在场”，让 WorkBuddy 按你的安排自动运转。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助理任务在工作目录和会话管理上，与使用本地界面的普通任务有哪些核心区别？为什么会有这些限制？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尝试举出两个在你目前实际工作中，能够利用“助理机制”大幅提升效率的场景。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WebSocket 长连接与 URL 回调两种通信模式，简述在什么情况下应当坚决采用 URL 回调模式？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749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如果你的手机通过微信给电脑发送任务指令后没有任何响应，你该如何按照“四步法”进行排查？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建议先独立思考，再回到配套实验动手验证你的答案。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助理连接配置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2026-08-17T12:53:23Z</dcterms:created>
  <dcterms:modified xsi:type="dcterms:W3CDTF">2026-08-17T12:53:23Z</dcterms:modified>
</cp:coreProperties>
</file>