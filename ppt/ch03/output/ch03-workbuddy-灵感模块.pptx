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28B894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B8E8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B8E8D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灵感模块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精选成品 · 一键复刻 · 告别空白页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效率进阶实训课程 · 配套实验（实验 3.1-3.3）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理解灵感模块的核心价值：灵感 = Prompt + Skill + 专家配置的完整案例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47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理解“开箱即用”的底层执行链路（输入 → 提示词组装 → 推理 → 整合）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054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熟练掌握从探索案例到“做同款”一键复刻、微调生成、产物交付的完整流程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912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638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理解灵感、技能与专家的定位差异，用一句话速记三者区别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221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能说出“灵感是什么”，并跑通一次完整的“做同款”实验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学完本章，你将告别“不知道从哪开始”的空白恐惧，一键复刻社区精选成品。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灵感模块概述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什么是灵感：一个完整的灵感案例（Prompt + Skill + 专家配置）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为何能“开箱即用”：固化提示词组装阶段的最优配方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四大功能优势：场景全覆盖 / 节省 Token / 一键复刻 / 社区智慧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什么是灵感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 = 一个完整的灵感案例：经过验证的 Prompt + 关联的 Skill + 特定领域的专家配置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面向“不知如何向 AI 提问”或“难以配置最佳工具组合”的用户，灵感大厅汇聚了社区精选成品集。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55264"/>
            <a:ext cx="201168" cy="20116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观察窗口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60320" y="3200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看到已打磨好的真实作品案例，了解“好方案长什么样”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201168" cy="20116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一键复刻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3703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点击“制作我的版本”，Prompt / Skill / 专家配置全部自动就位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61104"/>
            <a:ext cx="201168" cy="20116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省时省钱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60320" y="42062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免去从零设计 Prompt 的时间与试错消耗的 Token 成本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一句话：灵感是“别人做好的成品”，你可以直接拿走，而不是从零开始。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一个灵感案例里的“三件套”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一个完整的灵感案例由三部分自动组装而成，复刻时无需手工配置：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21945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691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Prompt（提示词）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21762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怎么对话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26060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经过验证的高质量指令：角色设定、约束条件、结构化指令、少样本示例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55448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554480"/>
            <a:ext cx="54864" cy="21945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1691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Skill（技能）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21762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能做什么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6060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案例依赖的具体能力：网页抓取、代码运行、数据处理等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55448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554480"/>
            <a:ext cx="54864" cy="21945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91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专家配置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1762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谁来帮我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6060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特定领域的专家角色：提供专业视角与系统性方法论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2336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复刻瞬间：Prompt 自动预填对话框，Skill 与专家配置在后台自动加载，开箱即用。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灵感为何能“开箱即用”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373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20116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你的任务描述与上下文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15184" y="137160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5184" y="1371600"/>
            <a:ext cx="54864" cy="17373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148132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73552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提示词组装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61488" y="20116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融合用户输入、系统预设提示、Skill 描述与连接器能力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81728" y="137160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1371600"/>
            <a:ext cx="54864" cy="17373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9744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0096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模型推理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28032" y="20116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沿最优路径生成结果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0256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748272" y="137160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48272" y="1371600"/>
            <a:ext cx="54864" cy="17373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76288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6876288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640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结果整合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94576" y="20116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输出高质量、稳定的最终产物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38328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38328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3832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灵感模板把“提示词组装”环节的最优配方固化下来，让模型直接沿最优路径运行。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收益：输出高质量与稳定性兼得，并省去反复修改提示词、多次试错的 Token 成本。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高质量提示词的四要素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灵感模板之所以高效，是因为内部包含了一条结构完整的高质量指令：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184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角色设定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756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让模型以特定身份/视角作答，如“资深数据分析师”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508760"/>
            <a:ext cx="54864" cy="14173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184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756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限定范围、风格、字数、格式等边界，防止跑偏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54864" cy="14173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186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结构化指令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按“背景 → 任务 → 格式 → 约束”的逻辑组织要求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1089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08960"/>
            <a:ext cx="54864" cy="14173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2186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少样本示例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 1-2 个范例，让模型“照着样子做”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任务描述的完整方法论见第 2 章——三要素公式（做什么 + 有什么 + 怎么样）。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灵感模块的四大核心优势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5087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08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场景全覆盖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653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无论行业或岗位，都能找到对应案例，满足多样化业务需求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80160"/>
            <a:ext cx="54864" cy="15087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08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 Token 成本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8653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避免反复修改提示词与多次试错带来的资源消耗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54864" cy="1508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998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一键复刻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55701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复杂配置瞬间就位，几十分钟的配置工作压缩至几秒钟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54864" cy="15087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998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社区智慧沉淀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5701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汇聚平台最优秀的使用经验与创意，不断进化生长的知识库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572000"/>
            <a:ext cx="45720" cy="365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72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本质：把“别人的最优解”变成“你的开箱即用”。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灵感模块操作指南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探索与查找：左侧边栏 → 更多 → 灵感，七大场景分类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预览与评估：案例详情页，左侧预览 + 右侧介绍，红心收藏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一键复刻：点击“做同款”，Prompt 自动预填，Skill 与专家自动加载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查看与管理产物：产物页预览、下载到本地或保存到工作空间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探索与查找灵感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打开入口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66160" y="1234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点击左侧边栏的“更多”选项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019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进入灵感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在弹出的菜单中点击“灵感”，进入灵感模块主页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420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浏览大厅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6616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按场景分类浏览，或查看精选板块的热门案例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00400"/>
            <a:ext cx="64008" cy="9144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七大场景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6758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官方概述：“精心打磨的七大场景，覆盖日常和工作中的高频需求”；具体类别名称与数量以产品内实际展示为准。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按需挑选、无需从零定义——先浏览，再决定要“做同款”哪一个。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预览与评估案例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4206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4206240" cy="4572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运行预览效果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直观看到“它能做出什么”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网页 / 文档 / 表格等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实际产物效果示意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3480" y="1280160"/>
            <a:ext cx="3611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280160"/>
            <a:ext cx="54864" cy="2743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标签分类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12080" y="1755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/ 用途 / 行业 等标签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背景介绍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2080" y="25328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该案例的详细背景、适用对象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与使用说明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3291840"/>
            <a:ext cx="3108960" cy="50292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❤ 红心收藏：暂不需要时先收藏，方便日后随时取用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先“看效果”再决定：预览让你在复刻前就确认“这是不是我想要的”。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收藏：把“宝藏案例”存起来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" cy="201168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红心收藏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在案例详情页点击红心图标，将案例加入收藏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4630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463040"/>
            <a:ext cx="54864" cy="20116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收藏列表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6432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从灵感模块进入收藏列表，随时取用已收藏的案例（入口以产品实际界面为准）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4630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463040"/>
            <a:ext cx="54864" cy="20116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取用复刻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收藏不占用资源，等真正需要时再“做同款”一键复刻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3192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319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浏览时“先收藏、后使用”：好案例不会丢，灵感大厅逛得更从容。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48056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80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收藏后的案例可直接进入详情页执行“做同款”，无需重新搜索。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一键复刻：“做同款”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点击“做同款”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在案例详情页点击“做同款”（官方文案亦作“制作我的版本”）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92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自动预填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0" y="18928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该案例的 Prompt 自动填入你的对话框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5511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与专家自动加载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0" y="25511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后台自动加载案例所需的技能与专家配置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369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2095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微调并发送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14800" y="32095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按需微调 Prompt，或直接发送指令开始生成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3192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93192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全程零手工配置：几十分钟的配置工作，压缩到几秒钟。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直接生成 or 修改细节生成专属版本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3774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直接生成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沿用社区验证过的原始 Prompt，快速拿到标准成品，适合：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场景与案例高度匹配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追求速度与稳妥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54864" cy="237744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修改细节生成专属版本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对预填 Prompt 做少量微调后再发送，适合：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替换具体对象、期限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调整输出格式与风格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8046720" cy="384048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14800"/>
            <a:ext cx="45720" cy="38404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微调原则：小改为主——只动对象、期限、格式，保留案例验证过的结构。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617720"/>
            <a:ext cx="45720" cy="38404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177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Tips：如果改了结构后效果变差，可回到原案例重新“做同款”再试。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查看与管理产物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产物页查看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生成内容展示在界面右侧的产物页面中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80160"/>
            <a:ext cx="54864" cy="14173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内置浏览器预览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网页、文档等特殊格式产物，可直接即时预览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80360"/>
            <a:ext cx="54864" cy="14173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900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下载到本地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4472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支持下载产物继续编辑，便于二次加工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0360"/>
            <a:ext cx="54864" cy="14173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900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保存到工作空间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4472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一键存入工作空间，与团队共享、持续管理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526280"/>
            <a:ext cx="45720" cy="365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26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完整闭环：探索 → 预览 → 收藏 → 复刻 → 微调 → 交付，灵感模块一次跑通。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灵感、技能与专家的关系预览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技能（Skill）：能做什么 —— 具体的“能力”或“工具”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专家：谁能帮我做 —— “能力 + 经验”的专业角色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灵感：做出来是怎样的 —— 最终的“成品”或“作品”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为第 4 章逐一拆解技能、专家与专家团建立认知锚点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核心差异速记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060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3317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 Skill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" y="1993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能做什么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239572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工具属性，提供底层能力：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网页抓取、代码运行、翻译、格式转换等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371600"/>
            <a:ext cx="26060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371600"/>
            <a:ext cx="54864" cy="23317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56432" y="1993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谁能帮我做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239572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角色属性，能力 + 经验：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专业视角与系统性方法论，如架构师规划系统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1371600"/>
            <a:ext cx="26060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371600"/>
            <a:ext cx="54864" cy="2331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1993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做出来是怎样的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39572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成品属性，完整解决方案：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有目标但不知从哪开始时的现成方案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97764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776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定位差异：技能回答“能做什么”，专家回答“谁能帮我做”，灵感回答“做出来是怎样的”。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2628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26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本章先以“成品”视角理解三者关系，第 4 章将逐一拆解完整机制。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一句话速记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想要能力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0" y="1645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80560" y="1719072"/>
            <a:ext cx="310896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719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找技能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想要建议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0" y="2560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2633472"/>
            <a:ext cx="310896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633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找专家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想要成品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3474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480560" y="3547872"/>
            <a:ext cx="310896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3547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找灵感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灵感 = 技能 + 专家的“成品化封装”，三者共同构成 WorkBuddy 的能力体系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场景选择速查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46888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功能模块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核心特征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推荐建议与技巧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工具属性，提供底层能力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翻译、格式转换、数据爬取等具体动作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明确任务步骤时使用；可用连接器串联多个技能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角色属性，专业视角与经验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方案评审、代码审查、架构设计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陌生领域或需提升专业度时使用；提问时提供详细背景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成品属性，完整解决方案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接手全新任务、制作周报/竞品分析等标准文档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毫无头绪或追求极致效率时首选；先“做同款”再微调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43484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34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组合使用更高效：用灵感起步 → 用专家把关 → 用技能落地，一条流水线通吃。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章配套实验（labs/ch03-labs.md）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3.1 灵感大厅探索：入口、场景分类、案例详情与红心收藏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3.2 “做同款”一键复刻：Prompt 预填、Skill 与专家自动加载、微调生成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3.3 灵感 vs 从零创建对比：配置时间、追问次数与产物质量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章配套实验（labs/ch03-labs.md）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3774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灵感大厅探索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" y="2011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入口（更多→灵感）、场景分类浏览、案例详情与红心收藏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" y="3520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1.1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0128" y="137160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371600"/>
            <a:ext cx="54864" cy="23774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4" name="Shape 12"/>
          <p:cNvSpPr/>
          <p:nvPr/>
        </p:nvSpPr>
        <p:spPr>
          <a:xfrm>
            <a:off x="3456432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95928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“做同款”一键复刻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2011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自动预填、Skill 与专家配置自动加载、微调生成与产物查看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56432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6432" y="3520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3.1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616" y="137160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371600"/>
            <a:ext cx="54864" cy="23774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57416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 vs 从零创建对比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011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复刻与自写任务的配置时间、追问次数与产物质量对比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3246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2.1、3.2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实验顺序：3.1 → 3.2 → 3.3；3.2 依赖 3.1，3.3 依赖 3.2 与实验 2.1。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3.3 是重点对比实验：用同一任务分别走“做同款”与“从零自写”，量化差距。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-1280160"/>
            <a:ext cx="3474720" cy="3474720"/>
          </a:xfrm>
          <a:prstGeom prst="ellipse">
            <a:avLst/>
          </a:prstGeom>
          <a:solidFill>
            <a:srgbClr val="FFFFFF">
              <a:alpha val="20000"/>
            </a:srgbClr>
          </a:solidFill>
          <a:ln w="15240">
            <a:solidFill>
              <a:srgbClr val="28B89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-685800"/>
            <a:ext cx="2286000" cy="228600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D5DB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640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8B894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-914400" y="4023360"/>
            <a:ext cx="2194560" cy="2194560"/>
          </a:xfrm>
          <a:prstGeom prst="ellipse">
            <a:avLst/>
          </a:prstGeom>
          <a:solidFill>
            <a:srgbClr val="2E9E83">
              <a:alpha val="12000"/>
            </a:srgbClr>
          </a:solidFill>
          <a:ln w="12700">
            <a:solidFill>
              <a:srgbClr val="D5DBD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2984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070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 = 完整案例（Prompt + Skill + 专家配置），点击“做同款 / 制作我的版本”即可一键复刻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01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810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开箱即用：灵感固化“提示词组装”环节的最优配方，模型沿最优路径运行，省时省 Token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505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4140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四步操作闭环：探索（更多 → 灵感，七大场景）→ 预览评估（红心收藏）→ 复刻微调 → 产物交付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1089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核心差异：技能＝能做什么，专家＝谁能帮我做，灵感＝做出来是怎样的；口诀：能力找技能、建议找专家、成品找灵感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210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本章通过“做同款”已接触技能、专家、连接器、模型等核心概念，为后续章节打下锚点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9768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976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下一章：第 4 章 技能、专家与专家团——逐一拆解灵感背后的能力组件。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075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灵感模块是如何在底层简化 AI 执行链路的？它为用户节省了哪些成本？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简述通过灵感模块复刻一个优秀案例的完整操作步骤。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如果你需要撰写一份完全没有接触过的行业调研报告，应优先使用技能、专家还是灵感？为什么？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6393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什么是提示词工程中的核心要素？灵感模板是如何体现这些要素的？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48056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建议先独立思考，再回到灵感大厅动手验证你的答案。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灵感模块</dc:title>
  <dc:subject>PptxGenJS Presentation</dc:subject>
  <dc:creator>WorkBuddy 效率进阶实训课程</dc:creator>
  <cp:lastModifiedBy>WorkBuddy 效率进阶实训课程</cp:lastModifiedBy>
  <cp:revision>1</cp:revision>
  <dcterms:created xsi:type="dcterms:W3CDTF">2026-08-17T12:53:23Z</dcterms:created>
  <dcterms:modified xsi:type="dcterms:W3CDTF">2026-08-17T12:53:23Z</dcterms:modified>
</cp:coreProperties>
</file>