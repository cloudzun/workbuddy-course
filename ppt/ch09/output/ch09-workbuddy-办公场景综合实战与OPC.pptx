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371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典型办公场景综合实战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OPC 一人公司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907792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08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四条办公链路实战串联 · 进阶能力 · OPC 一人公司商业闭环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配套实验：综合演练（咖啡品牌季度经营分析）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掌握文档生成、数据分析、PPT 制作及深度研究的全流程应用方法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01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熟练运用人机双写、设计创意模式及轻量发布等进阶能力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871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597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应用自驱四要素与高频提效技巧，实现多场景的无缝串联与自动化协作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181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OPC（One Person Company）概念及其在 AI 时代的商业潜力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7764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识别超级个体的四大核心特征与三层能力模型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本章是收官之章：从日常办公提升到商业模式层面，看 OPC 一人公司与超级个体如何借助 WorkBuddy 完成商业闭环。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文档与协作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9.1.1 典型文档生成：工作报告、技术文档、会议纪要等高频文档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9.1.2 人机双写：生成初稿后与 AI 协同编辑（MD 审阅与 AI 修订）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多人多 Agent 协作：资料库在线协作，保障大型项目文档的版本一致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9.1.1 典型文档生成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撰写报告与文档是日常工作中极其高频的需求，WorkBuddy 高效应对多类典型文档：工作报告、技术文档、会议纪要等。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45720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4572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工作报告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06040" cy="45720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417320"/>
            <a:ext cx="54864" cy="4572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06040" cy="45720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417320"/>
            <a:ext cx="54864" cy="4572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写好任务描述的关键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587752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清晰描述目标：做什么、给谁看、要达到什么效果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一次性说清结构化要求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明确对话对象与输出语气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959352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通过多轮对话进行迭代修改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最佳实践：给 AI 分配一个明确的专家身份，并提供一个优秀的样例，往往胜过千言万语的抽象要求。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官方文档《WorkBuddy 简介》：https://www.workbuddy.cn/docs/workbuddy/Overview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9.1.2 人机双写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为进一步提升长文档与复杂协作的效率，WorkBuddy 提供了人机双写模式——支持人类用户与 AI 之间的无缝协同编辑。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双写协作方式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生成初稿后，直接在编辑器中与 AI 一起修改内容；AI 的修改以修订建议形式呈现，接受后才写入正文（MD 审阅与 AI 修订）。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463040"/>
            <a:ext cx="54864" cy="14173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多人多 Agent 协作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9933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资料库支持多人多 Agent 的在线协作，确保大型项目文档的快速推进与版本一致。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737360" cy="50292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96896" y="3108960"/>
            <a:ext cx="1737360" cy="50292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96896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修订建议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34256" y="310896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45152" y="3108960"/>
            <a:ext cx="1737360" cy="50292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45152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人工接受/拒绝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82512" y="310896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93408" y="3108960"/>
            <a:ext cx="1737360" cy="50292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93408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写入正文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E0F2E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233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产品界面：右侧边栏的【协同编辑器】与文档审阅入口（具体位置以实际产品界面为准）。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431596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官方文档《人机双写》：https://www.workbuddy.cn/docs/workbuddy/From-Beginner-to-Expert-Guide/Function-Description/Knowledge-Base/Cowriting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" y="45537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官方文档《多人多 Agent 协作》：https://www.workbuddy.cn/docs/workbuddy/From-Beginner-to-Expert-Guide/Function-Description/Library/Collaboration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数据分析与图表可视化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9.2.1 数据处理全流程：导入 → 自动分析 → 可视化 → 解读汇报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端到端自动化，替代传统耗时且容易出错的处理方式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官方实践三：数据分析并可视化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9.2.1 数据处理全流程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43560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数据文件导入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直接将 Excel 或 CSV 文件拖入对话框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1325880"/>
            <a:ext cx="54864" cy="18288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143560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3552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自动分析与洞察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61488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根据要求读取数据、完成统计并生成图表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81728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32588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143560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0096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图表可视化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28032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根据数据特征自动生成柱状图、折线图或饼图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0256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48272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8272" y="132588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76288" y="143560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6876288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结果解读与汇报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94576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输出对图表趋势的专业解读，并提炼核心洞察，直接用于业务汇报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38328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38328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面对复杂的数据报表，传统的处理方式耗时且容易出错——WorkBuddy 实现数据分析的端到端自动化。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2519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细节提示：缺失值清洗、维度分组、异常识别等处理细节以产品实际行为为准。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官方文档《实践三：数据分析并可视化》：https://www.workbuddy.cn/docs/workbuddy/From-Beginner-to-Expert-Guide/Practice-Cases/Practice-Three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演示文稿与视觉设计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智能化 PPT 制作：需求到大纲 → 生成 → 美化 → 演示辅助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 设计创意模式：界面稿、PPT 排版、交互原型、Logo 与海报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非设计专业的业务人员也能快速构建高质量的视觉素材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智能化 PPT 制作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43560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需求到大纲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详细描述受众群体、汇报场景、期望页数以及视觉风格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132588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143560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3552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 PPT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61488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根据大纲和指定模板生成完整幻灯片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81728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325880"/>
            <a:ext cx="54864" cy="18288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143560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0096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内容迭代与美化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28032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通过对话微调特定页面的排版与文案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0256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48272" y="13258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8272" y="132588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76288" y="143560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6876288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演示辅助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94576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可让 AI 基于 PPT 内容补充讲解要点或汇报备注（具体能力以产品实际界面为准）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38328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38328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在汇报场景中，将文稿转化为 PPT 是一项繁重的工作——WorkBuddy 提供一站式的 PPT 生成能力，极大简化了这一流程。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2519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提示：讲解要点、汇报备注等演示辅助能力的具体形态以产品实际界面为准。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 设计创意模式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除了标准商业排版，系统还内置了专为视觉工作流打造的设计创意模式。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1430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界面设计稿的快速生成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1430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复杂视觉排版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293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复杂的 PPT 视觉排版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43200"/>
            <a:ext cx="54864" cy="11430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交互原型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255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交互原型的输出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43200"/>
            <a:ext cx="54864" cy="1143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 与海报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255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 与营销海报的生成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29184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291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非设计专业的业务人员也能快速构建高质量的视觉素材。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官方文档《设计创意》见教材 9.3.2；设计创意模式支持的能力以产品实际界面为准。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官方文档：https://www.workbuddy.cn/docs/workbuddy/From-Beginner-to-Expert-Guide/Function-Description/Design-Idea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深度研究与轻量发布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9.4.1 深度研究方法论：明确目标 → 多源信息整合 → 结构化报告输出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9.4.2 轻量发布：本地 HTML 一键发布为 workbuddy.link 在线链接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定时任务：让 AI 每日生成特定领域的资讯简报（第 8 章展开实操）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9.4.1 深度研究方法论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对于需要深入调研的任务，系统能够对复杂问题进行深度调研并输出报告。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5087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明确研究目标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任务编排的第一步：明确且一次性说清研究目标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54864" cy="1508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多源信息整合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联网多渠道搜索与本地文件交叉验证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结构化报告输出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含核心结论、数据图表、引用来源与行动建议（具体呈现以产品实际为准）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154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定时任务：你还可以设置定时任务，让 AI 每日生成特定领域的资讯简报（定时任务在第 8 章展开实操）。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4904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490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对复杂问题进行深度调研并输出报告——结构化报告含核心结论、数据图表、引用来源与行动建议。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官方文档《WorkBuddy 简介》：https://www.workbuddy.cn/docs/workbuddy/Overview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9.4.2 轻量发布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完成交互式数据看板或轻量内部工具后，可通过轻量发布功能将本地 HTML 一键发布为 workbuddy.link 在线链接。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 HTML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" y="19385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完成交互式数据看板或轻量的内部工具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87168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15184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15184" y="1371600"/>
            <a:ext cx="54864" cy="1371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48132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73552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一键发布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61488" y="19385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HTML 一键发布为 workbuddy.link 在线链接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81728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137160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9744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0096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搭建轻应用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28032" y="19385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 CSV 数据还可以搭建轻应用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0256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48272" y="13716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48272" y="137160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8" name="Shape 26"/>
          <p:cNvSpPr/>
          <p:nvPr/>
        </p:nvSpPr>
        <p:spPr>
          <a:xfrm>
            <a:off x="6876288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9" name="Text 27"/>
          <p:cNvSpPr/>
          <p:nvPr/>
        </p:nvSpPr>
        <p:spPr>
          <a:xfrm>
            <a:off x="6876288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06640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94576" y="19385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任何获得链接的人均可访问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292608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292608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29260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打通从“想法”到“上线”的最后一公里，无需繁复的服务器配置。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7947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安全提示：在进行外网轻量发布时，请确保数据文件已脱敏，不包含企业机密信息或敏感用户数据。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官方文档《轻量发布》：https://www.workbuddy.cn/docs/workbuddy/From-Beginner-to-Expert-Guide/Function-Description/Library/Lightweight-Publish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综合实战案例与提效技巧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9.5.1 案例串联：季度经营分析汇报——数据 → 报告 → PPT → 讲稿一次贯通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9.5.2 自驱协作：自驱四要素（说清目标 / 指定输出 / 限定边界 / 自检后交付）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小步快跑：将大项目拆解为多个子任务迭代进行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配套实验：综合演练（我的咖啡品牌·季度经营分析）复刻全链路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9.5.1 案例串联：季度经营分析汇报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真实的工作流往往是多项能力的组合——以季度经营分析汇报为例：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拖入数据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Q2 销售数据的 Excel 文件拖入工作空间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87168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15184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15184" y="137160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73552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61488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分析销售趋势并定位异常波动数据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81728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1371600"/>
            <a:ext cx="54864" cy="18288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9744" y="148132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0096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生成初稿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28032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基于分析结果，生成一份详细的经营分析报告初稿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0256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48272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48272" y="137160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8" name="Shape 26"/>
          <p:cNvSpPr/>
          <p:nvPr/>
        </p:nvSpPr>
        <p:spPr>
          <a:xfrm>
            <a:off x="6876288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9" name="Text 27"/>
          <p:cNvSpPr/>
          <p:nvPr/>
        </p:nvSpPr>
        <p:spPr>
          <a:xfrm>
            <a:off x="6876288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0664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 PPT 讲稿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94576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一键转换为面向管理层汇报的 PPT 文稿，并同步生成排练所需的演讲稿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42900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42900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342900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一次季度经营分析汇报，串联文档、数据分析与 PPT 生成——多能力组合解决真实问题。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配套实验：综合演练（我的咖啡品牌·季度经营分析）完整走通本案例，见 labs/ch09-labs.md。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9.5.2 自驱协作与提效技巧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为了让 AI 能够高度自主地完成复杂串联，必须掌握自驱四要素：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1430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明确当前步骤的终点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1430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293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规定产物的格式与结构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43200"/>
            <a:ext cx="54864" cy="11430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限定边界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255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说明哪些不需要做、哪些工具不可用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43200"/>
            <a:ext cx="54864" cy="1143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自检后交付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255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AI 在输出前基于目标进行自我核查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88036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8803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自驱四要素是第 2 章任务描述三要素在复杂串联场景中的场景化应用——“自检后交付”是复合任务特有的新增量维度。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小步快跑：遵循“小步快跑”的原则，将大项目拆解为多个子任务迭代进行，提高产物的最终质量与可控性。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参考：综合演练阶段 0 用自驱四要素把总目标写成任务描述（见 labs/ch09-labs.md）。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概念与超级个体崛起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9.6.1 OPC 一人公司：AI 时代以个体为核心的新型创业形态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9.6.2 超级个体：四大显著特征 + 三层能力模型（课程归纳框架）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方向判断、战略决策与审美/品味层由人类主导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9.6.1 OPC 一人公司商业形态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0584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OPC（One Person Company，一人公司）是 AI 时代以个体为核心的新型创业形态。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" cy="10515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打破组织边界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个人也能够承接过去需要一整个团队才能完成的复杂商业项目；得益于 AI 生产力的极大释放，OPC 模式正快速普及。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828800"/>
            <a:ext cx="54864" cy="10515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典型从业者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面向独立开发者、小微创业者以及自由职业者的 OPC 模式，正借助 AI 完成过去难以想象的商业闭环。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商业模式方向（行业观察归纳，非官方分类，具体以官方文档为准）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606040" cy="384048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29000"/>
            <a:ext cx="54864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3429000"/>
            <a:ext cx="2606040" cy="384048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3429000"/>
            <a:ext cx="54864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429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高端定制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429000"/>
            <a:ext cx="2606040" cy="384048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429000"/>
            <a:ext cx="54864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429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平台资源整合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2606040" cy="384048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886200"/>
            <a:ext cx="54864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知识产品变现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886200"/>
            <a:ext cx="2606040" cy="384048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3886200"/>
            <a:ext cx="54864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数字产品（SaaS / API）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886200"/>
            <a:ext cx="2606040" cy="384048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886200"/>
            <a:ext cx="54864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创意内容生产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口径提醒：网络流传的“1600 万家、占企业总量 27.4%”出自第三方媒体，口径对应工商登记的“一人有限责任公司”，与本书定义的 AI 时代 OPC 创业形态并非同一概念，仅供参考。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9.6.2 超级个体的四大显著特征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OPC 模式下，从业者往往会进化为“超级个体”。以下四大特征为本书归纳的教学框架，非官方文档定义。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188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First 工作动线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凡事优先思考如何利用 AI 来解决或提效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1887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能力边界量级跃迁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47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突破单一专业限制，拥有跨领域的执行力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43200"/>
            <a:ext cx="54864" cy="1188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主动性极强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2735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具备自我驱动、主动迭代与终身学习的意识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43200"/>
            <a:ext cx="54864" cy="11887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影响力溢出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2735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借助杠杆效应，其产出的价值和影响力远超普通个体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2608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92608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9260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关键的方向判断、战略决策与审美/品味层，依然必须由人类来主导。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7947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在执行层主要提供内容生成、数据与代码、信息检索以及系统协同等能力（课程归纳）。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层级进阶：L1 单点放大 → L2 流程编排 → L3 系统自治（详见下页）。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超级个体的三层能力模型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4904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单点放大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0" y="15270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AI 完成单一任务，如写文章、画图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3152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4505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流程编排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24871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将多个单点能力串联，形成自动化或半自动化的工作流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73152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410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3447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构建多 Agent 协同体系，实现复杂业务模块的自我运行与自我修复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三层模型为课程归纳的教学框架，非官方文档定义；AI 负责执行层，方向判断、战略决策与审美/品味由人类主导。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配套实验：综合演练（咖啡品牌季度经营分析）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贯穿式演练主线：我的咖啡品牌·季度经营分析（labs/ch09-labs.md）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0-7 全链路：任务拆解 → 数据分析 → 报告 → PPT → 深度研究 → 轻量发布 → 自动化 → OPC 复盘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建议用时 4-6 小时（可分 2 次完成），★ 必做 / ○ 可选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最终输出可对外交付的作品集，并用综合评分表（自评 + 讲师评）验收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综合演练：阶段 0-7 全链路概览（labs/ch09-labs.md）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贯穿式演练“我的咖啡品牌·季度经营分析”——阶段产物流入下一阶段，最终输出可对外交付的作品集。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371600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371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35331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项目设定与任务拆解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6656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三要素公式、自驱四要素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8608" y="1280160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280160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06624" y="1371600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2706624" y="1371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35331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取数与数据分析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06624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文件/资料库取数、数据分析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08576" y="1280160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280160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36592" y="1371600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1371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0368" y="135331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报告生成与人机双写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6592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文档生成、MD 审阅与 AI 修订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38544" y="1280160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38544" y="1280160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6560" y="1371600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1371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0336" y="135331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与演示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生成与美化、设计创意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2487168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2487168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1" name="Shape 29"/>
          <p:cNvSpPr/>
          <p:nvPr/>
        </p:nvSpPr>
        <p:spPr>
          <a:xfrm>
            <a:off x="676656" y="2578608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" y="25786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70432" y="2560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深度研究与决策建议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深度研究、专家（○ 可选）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78608" y="2487168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78608" y="2487168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7" name="Shape 35"/>
          <p:cNvSpPr/>
          <p:nvPr/>
        </p:nvSpPr>
        <p:spPr>
          <a:xfrm>
            <a:off x="2706624" y="2578608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8" name="Text 36"/>
          <p:cNvSpPr/>
          <p:nvPr/>
        </p:nvSpPr>
        <p:spPr>
          <a:xfrm>
            <a:off x="2706624" y="25786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2560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轻量发布与沉淀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06624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页面、轻量发布、资料库存回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08576" y="2487168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08576" y="2487168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43" name="Shape 41"/>
          <p:cNvSpPr/>
          <p:nvPr/>
        </p:nvSpPr>
        <p:spPr>
          <a:xfrm>
            <a:off x="4736592" y="2578608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25786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0368" y="2560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自动化与远程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36592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自动化任务、推送小程序（○ 可选）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38544" y="2487168"/>
            <a:ext cx="1938528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38544" y="2487168"/>
            <a:ext cx="54864" cy="11155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49" name="Shape 47"/>
          <p:cNvSpPr/>
          <p:nvPr/>
        </p:nvSpPr>
        <p:spPr>
          <a:xfrm>
            <a:off x="6766560" y="2578608"/>
            <a:ext cx="420624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50" name="Text 48"/>
          <p:cNvSpPr/>
          <p:nvPr/>
        </p:nvSpPr>
        <p:spPr>
          <a:xfrm>
            <a:off x="6766560" y="25786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60336" y="2560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复盘与能力模型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76656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能力梳理、三层能力模型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3767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 示例目标（把总目标写成任务描述）：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005072"/>
            <a:ext cx="8046720" cy="56692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1520" y="400507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WorkBuddy 完成「我的咖啡品牌」Q2 经营分析：输出数据图表、经营分析报告、汇报 PPT 与网页版简报，并配置每周自动推送经营简报。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4690872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57" name="Shape 55"/>
          <p:cNvSpPr/>
          <p:nvPr/>
        </p:nvSpPr>
        <p:spPr>
          <a:xfrm>
            <a:off x="548640" y="4690872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" y="46908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图例：★ 必做阶段仅需 WorkBuddy 基础环境，○ 可选扩展需对应授权/配置；综合评分表（自评 + 讲师评）见下页。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配套实验：综合评分表（自评 + 讲师评）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自评（1-5）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讲师评（1-5）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目标完成度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0 目标是否全部达成、产物齐全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能力覆盖度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是否覆盖 ≥5 类 WorkBuddy 能力并正确使用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产物可交付性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报告/PPT/网页链接是否可直接对外交付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自动化与编排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6 自动化是否稳定运行、编排思路清晰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复盘质量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7 能力清单与改进清单是否扎实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五个维度均以 1-5 分自评，再请讲师复核评分；完成后复盘文档可作为结课答辩材料。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298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四大典型办公链路：文档生成、数据分析、PPT 制作、深度研究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01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三大进阶能力：人机双写（MD 审阅与 AI 修订）、设计创意模式、轻量发布（workbuddy.link）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多能力串联：季度经营分析案例（数据 → 报告 → PPT → 讲稿），用自驱四要素 + 小步快跑驱动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08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一人公司：AI 时代以个体为核心的新型创业形态，覆盖六大商业模式方向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超级个体：四大显著特征 + 三层能力模型（L1 单点放大 / L2 流程编排 / L3 系统自治），战略与审美由人类主导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9768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976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从新手到 OPC 一人公司——WorkBuddy 效率进阶实训课程收官。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43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在数据分析流程中，数据文件导入后，系统会自动执行哪些核心数据处理步骤？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568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56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阐述让 AI 实现自主驱动的“自驱四要素”分别是什么，它们如何在复合任务中发挥作用？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61518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请结合“季度经营分析汇报”案例，描述如何将不同 AI 能力进行串联应用。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2841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简述 OPC（一人公司）的核心理念及其典型的商业模式。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965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0416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超级个体的“三层能力模型”分别包含哪些层次？结合你自己的规划，说明可以利用 WorkBuddy 走向哪一层。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建议先独立思考，再回到综合演练（labs/ch09-labs.md）动手验证你的答案。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典型办公场景综合实战与 OPC 一人公司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2026-08-17T12:53:24Z</dcterms:created>
  <dcterms:modified xsi:type="dcterms:W3CDTF">2026-08-17T12:53:24Z</dcterms:modified>
</cp:coreProperties>
</file>