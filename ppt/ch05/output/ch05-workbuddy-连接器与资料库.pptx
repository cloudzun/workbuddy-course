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连接器与资料库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连接器架起外部系统桥梁 · 资料库让文档知识流动起来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5.1-5.4）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阐述技能、连接器与 MCP 协议之间的相互关系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196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MCP 协议的核心运行原理与 OAuth 授权流程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963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掌握常见内置连接器及自定义 MCP 连接器的配置步骤与界面操作，并运用连接器的安全管理规范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729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WorkBuddy 资料库的核心优势与支持接入的文档平台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熟练运用语义与关键词搜索精准定位目标资料，掌握资料获取、AI 加工与产物一键存回的完整工作链路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学完本章，你将掌握连接器的接入与安全管理，并跑通“取资料 → AI 加工 → 存回沉淀”的完整链路。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连接器与 MCP 协议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5.1.1 技能、连接器与 MCP 的关系：大脑与触手的分工协作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5.1.2 深入理解 MCP 协议：Client/Server、三类资源与两种传输方式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5.1.3 OAuth 授权流程解析：用户授权、颁发令牌、凭令牌访问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技能、连接器与 MCP 的关系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在构建 WorkBuddy 的完整能力图谱时，需要理清技能与连接器的不同定位，以及它们如何通过 MCP 协议产生联系：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7373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通常是安装在本地的能力包，侧重逻辑处理，赋予 AI 执行某一类专业任务的方法，例如生成报告、处理文档、运行代码等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41732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417320"/>
            <a:ext cx="54864" cy="17373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527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199339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可以被视为“已经封装好的 MCP”，是 WorkBuddy 与具体外部服务（如企业微信、GitHub）之间的对接组件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41732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417320"/>
            <a:ext cx="54864" cy="17373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527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4496" y="1993392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全称为 Model Context Protocol，是 AI 模型与外部服务进行通信的通用标准；技术形态分为“MCP + CLI（标准化协议）”与“Skill + CLI（内置脚本）”两类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9184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如果技能是处理任务的“大脑处理逻辑”，连接器就是获取数据和执行外部操作的“触手”——二者不是相互替代，而是经常协同作战。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协同示例：生成项目进度周报时，MCP 连接器先连接到项目管理系统获取最新的数据状态 → 本地的文档处理技能接手进行数据分析和排版、生成周报内容 → 最后再次通过连接器将周报存储回团队的共享知识库。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727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官方文档：《连接器》 https://www.workbuddy.cn/docs/workbuddy/From-Beginner-to-Expert-Guide/Function-Description/Connector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 MCP 协议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协议最初由 Anthropic 发起，旨在成为开放且通用的标准。架构分为两端：WorkBuddy 扮演 Client（客户端），外部服务则是 Server（服务端）。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可以向 Client 暴露三种类型的资源：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47088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56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Tools（工具）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 AI 执行外部动作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847088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847088"/>
            <a:ext cx="54864" cy="1188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956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Resources（资源）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AI 提供外部的数据内容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847088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847088"/>
            <a:ext cx="54864" cy="11887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54496" y="1956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Prompts（提示词）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提供特定场景的系统指令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319272"/>
            <a:ext cx="201168" cy="20116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传输方式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6888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 MCP 规范定义两种标准传输：stdio（本地进程通信）与 Streamable HTTP（远程服务，早期 HTTP+SSE 已被其取代）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76472"/>
            <a:ext cx="201168" cy="20116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安全性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68880" y="3703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独立鉴权机制：权限授予遵循按需原则，授权外部服务时只需提供最小必要权限，且这些权限随时可以被撤销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 MCP 官方规范，以最新规范为准。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授权流程解析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核心思想：“用户授权、颁发令牌、凭令牌访问”——整个过程无需向 WorkBuddy 提供你的账号密码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流程涉及四个关键角色：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87168"/>
            <a:ext cx="54864" cy="93268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78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资源拥有者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0" y="25786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即用户本人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487168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487168"/>
            <a:ext cx="54864" cy="93268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578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78040" y="257860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 WorkBuddy，它需要获取数据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38728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38728"/>
            <a:ext cx="54864" cy="93268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30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授权服务器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36301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外部平台（如腾讯云、GitHub）专门负责认证的服务器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538728"/>
            <a:ext cx="39319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538728"/>
            <a:ext cx="54864" cy="93268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630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资源服务器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78040" y="363016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存储用户实际数据的服务器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59028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902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授权时平台会提示授予哪些具体权限（scope，如仅读取邮件但不允许删除）；WorkBuddy 获取的是具有时效性的令牌（Token），后续数据交互均凭令牌验证，充分贯彻最小权限原则。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连接器的配置与管理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5.2.1 内置连接器概览：腾讯生态与第三方服务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5.2.2 企业应用连接器配置示例：QQ 邮箱与腾讯乐享的 OAuth 扫码授权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5.2.3 自定义 MCP 连接器：mcp.json 配置文件与腾讯云 MCP 市场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5.2.4 连接器的安全与解绑：5 条安全使用原则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内置连接器概览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提供了丰富的内置连接器，覆盖了主流的企业协作和研发工具，做到开箱即用。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9202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腾讯生态（预置）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 QQ 邮箱、腾讯乐享、腾讯文档、腾讯会议、TAPD、腾讯网盘等，深度整合了腾讯系应用的接口（以当前最新版本为准）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54864" cy="19202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第三方服务（非预置）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GitHub、Notion、金山文档等并非预置连接器，可通过自定义 MCP 连接器按需接入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11880"/>
            <a:ext cx="64008" cy="5486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11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除此以外，你还可以通过自定义方式接入任何支持 MCP 协议的服务。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官方文档：《连接器》 https://www.workbuddy.cn/docs/workbuddy/From-Beginner-to-Expert-Guide/Function-Description/Connector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企业连接器配置示例：QQ 邮箱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WorkBuddy 的连接器管理页面，点击添加“QQ 邮箱”连接器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92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页面会弹出二维码，使用手机 QQ 邮箱 App 扫码进行授权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95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在手机端仔细阅读并确认需要授予的权限（包括获取账号基本信息、读取邮件、发送邮件、删除邮件等）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99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确认授权后，返回 WorkBuddy，看到连接器状态显示为绿色圆点，即表示连接成功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033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QQ 邮箱授权需在手机端确认权限（账号信息/读取邮件/发送邮件/删除邮件等），连接成功后卡片名称旁出现绿色圆点。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官方文档：《连接器》 https://www.workbuddy.cn/docs/workbuddy/From-Beginner-to-Expert-Guide/Function-Description/Connector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企业连接器配置示例：腾讯乐享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在连接器列表中选择“腾讯乐享”，点击发起授权登录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196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19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92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选择微信扫码或手机号验证等方式进行身份认证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957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确认授权 WorkBuddy 读取、搜索以及创建/编辑知识内容的权限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992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授权完成后，即可在对话中调用乐享的企业知识库内容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033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两个示例均遵循标准的 OAuth 扫码授权体验（原理见 §5.1.3）——授权前务必仔细核对权限范围（scope）。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官方文档：《连接器》 https://www.workbuddy.cn/docs/workbuddy/From-Beginner-to-Expert-Guide/Function-Description/Connector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MCP 连接器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如果内置连接器无法满足你的需求，你可以通过自定义 MCP 连接器接入内部系统或第三方开源服务。配置主要涉及编辑配置文件（连接器管理 &gt; 自定义 MCP 连接器 &gt; MCP 服务管理弹窗）。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7764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"demo-server": {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"&lt;本地启动命令&gt;",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["&lt;参数&gt;"],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 "&lt;变量名&gt;": "&lt;变量值&gt;" },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"&lt;远程服务地址&gt;",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"headers": { "&lt;鉴权信息&gt;": "&lt;API Key&gt;"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mcpServers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09160" y="1901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定义所有的自定义服务对象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09160" y="21762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command / args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09160" y="24780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 模式下指定本地启动命令及其参数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27523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30540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配置运行该服务所需的系统环境变量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33284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/ headers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36301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HTTP 访问远程 MCP 服务时，填写连接地址与鉴权信息（如 API Key）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114800"/>
            <a:ext cx="64008" cy="5486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没有自行开发 MCP 服务能力的用户，可以前往“腾讯云 MCP 市场”获取更多开放生态能力，寻找并引用现成的 MCP 服务配置，极大降低接入门槛。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字段为典型结构示意，具体支持字段以官方文档及产品实际为准。（官方文档：《MCP》 https://www.workbuddy.cn/docs/workbuddy/From-Beginner-to-Expert-Guide/Function-Description/MCP-Guide）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连接器的安全与解绑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10515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解绑方法（两种方式都能有效切断数据访问）：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 WorkBuddy 的连接器管理界面直接点击“断开连接”进行解绑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前往对应源站（如 GitHub 的授权应用管理页面），主动撤销对 WorkBuddy 的授权令牌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安全使用原则（5 条）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7249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授权正确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7249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在扫码授权前，务必仔细核对正在授权的权限范围（scope）是否合理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随时可撤销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3200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牢记任何连接器的授权都是动态的，发现异常应立即解绑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定期检查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36758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养成定期审查已连接服务列表的习惯，清理长期未使用的连接器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1513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密钥保管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0360" y="41513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在配置自定义连接器时，切勿将包含敏感 headers 和 Token 的配置文件泄露给他人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6542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626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46268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在连接包含敏感商业机密或个人隐私的内部系统时，必须确认符合公司的安全合规要求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资料库核心能力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5.3.1 深度集成与平台支持：腾讯文档、ima 知识库、乐享知识库与本地文件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5.3.2 资料库功能优势：AI 深度集成、产物存回、账号绑定、无需切换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5.3.3 双模检索：语义搜索与关键词搜索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深度集成与平台支持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日常工作中，资料往往散落在不同的平台和本地文件夹中。WorkBuddy 的资料库功能打破了这些信息孤岛（以当前最新版本为准）。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1328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910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腾讯文档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4825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“连接腾讯文档”正是连接器机制在文档场景的具体应用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4813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481328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5910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04825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已实现与主流知识库的深度集成，支持连接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4813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481328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5910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乐享知识库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54496" y="204825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已实现与主流知识库的深度集成，支持连接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00400"/>
            <a:ext cx="64008" cy="6858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552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本地文件同样支持：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 Word、Excel、PPT 等办公文档，还是 PDF 格式的文件，都可以无缝接入到工作空间中进行 AI 分析与处理。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系统当前已实现与腾讯文档、ima 知识库以及乐享知识库的深度集成——支持平台以当前最新版本为准。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资料库功能优势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资料库的深度集成带来了四大核心功能优势：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38988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27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与文档深度集成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实现了“搜索即找到、点击即预览、一键即可开工”的流畅体验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38988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27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产物一键存回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19476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经过 AI 处理生成的产物，可以直接一键保存回云端资料库，形成知识沉淀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393192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53512"/>
            <a:ext cx="54864" cy="1389888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账号灵活绑定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4838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支持多平台的账号授权，并且可以根据需要随时解除绑定或换绑账号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53512"/>
            <a:ext cx="3931920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53512"/>
            <a:ext cx="54864" cy="1389888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063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无需切换应用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34838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所有的文档搜索、预览和处理动作都在 WorkBuddy 内部完成，极大地保持工作的专注度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四大优势共同支撑“取资料 → AI 加工 → 存回沉淀”的闭环体验。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双模检索：语义搜索与关键词搜索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为帮助用户在海量文档中快速定位所需内容，资料库提供了两种不同维度的搜索方式：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201168" cy="2011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98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语义搜索：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侧重“懂你的意图”，在新建任务时直接用自然语言描述需求，AI 会理解语义并自动检索匹配最相关的文件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201168" cy="20116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19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71907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侧重“精准命中”，在资料库的搜索框中输入明确的关键词，系统支持对文档标题以及文档所有者进行精确搜索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12848"/>
            <a:ext cx="804672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21284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【语义搜索示例】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找一下上个月关于用户增长的报告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246888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搜索方式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核心特征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推荐建议与选择技巧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语义搜索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模糊匹配，理解自然语言意图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记不清文件名，只记得大致内容或用途时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推荐：在初期阶段进行大范围探索时使用。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技巧：尽量描述文档的核心主题或关键结论。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关键词搜索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精确定位，匹配标题与作者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明确知道文档的具体名称、编号或责任人时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推荐：目标明确、需要快速定位特定文件时使用。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技巧：可以使用组合关键词缩小结果范围。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最佳实践：处理海量文档时组合使用更高效——先语义搜索缩小潜在文件的范围，再通过关键词搜索精准锁定目标文档。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资料处理完整工作链路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核心链路：取资料 → AI 加工 → 存回沉淀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5.4.1 账号连接与授权管理：最小化授予“读取文档内容”与“编辑与管理文件”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5.4.2 资料获取与引用：“添加到任务”按钮与快捷图标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5.4.3 AI 加工与产物存回：产物面板“上传到云端”，一键存回资料库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账号连接与授权管理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要开启工作链路，首先需要将 WorkBuddy 与你的云端文档平台进行连接。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以腾讯文档为例：OAuth 扫码授权连接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点击系统界面中的连接入口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2128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仔细阅读系统弹出的阅读权限说明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761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选择微信或 QQ 扫码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310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在手机端同意相关权限后即可完成连接（OAuth 扫码授权的通用原理与流程见 §5.1.3）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566928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31920"/>
            <a:ext cx="64008" cy="566928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319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更换账号或取消授权：在左侧边栏点击“资料库” → 找到对应已连接的文档平台 → 点击右上角的“解除绑定”即可。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9028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90288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902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授权时需注意：资料库场景的核心权限是“读取文档内容”与“编辑与管理文件”，请按实际需要最小化授予。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资料获取与引用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连接成功后，即可开始获取并引用资料。在定位到目标文件后，你可以通过以下两种方式将其引入到当前任务中：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14630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方式一：勾选添加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勾选目标文件前面的复选框，然后点击页面上的“添加到任务”按钮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08760"/>
            <a:ext cx="54864" cy="14630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276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方式二：快捷图标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将鼠标悬停在目标文件上，直接点击浮现的“添加到任务”快捷图标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0040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004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两种方式效果一致：目标文件被引入当前任务后，即可向 AI 描述加工任务。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E9F5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14800"/>
            <a:ext cx="64008" cy="5486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产品界面：资料库 → 定位目标文件 → “添加到任务”（勾选复选框或点击快捷图标）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加工与产物存回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资料引入后，即可向 AI 描述具体的加工任务（如提炼摘要、翻译、数据分析等）。当 AI 完成加工并生成最终产物后，应及时将产物存回资料库，避免数据丢失或碎片化。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在界面右侧的产物面板中找到刚生成的文件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21284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点击文件选项中的“上传到云端”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7977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在弹出的窗口中选择对应的资料库平台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34670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上传成功后，可在对应云端平台查看该文件——如乐享知识库按团队空间储存，具体存放位置以实际产品界面为准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33088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33088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330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安全提示：在进行账号授权和资料引用时，务必注意权限控制，避免引入包含敏感或机密信息的无关文档。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官方文档：《乐享知识库》 https://www.workbuddy.cn/docs/workbuddy/From-Beginner-to-Expert-Guide/Function-Description/Knowledge-Base/Lexiang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资料处理完整工作链路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取资料 → AI 加工 → 存回沉淀，一条连贯的端到端工作链路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331720" cy="960120"/>
          </a:xfrm>
          <a:prstGeom prst="rect">
            <a:avLst/>
          </a:prstGeom>
          <a:solidFill>
            <a:srgbClr val="28B89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733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取资料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0665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连接云平台账号，将目标文件“添加到任务”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90672" y="1783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11880" y="1600200"/>
            <a:ext cx="2331720" cy="960120"/>
          </a:xfrm>
          <a:prstGeom prst="rect">
            <a:avLst/>
          </a:prstGeom>
          <a:solidFill>
            <a:srgbClr val="28B89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16733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0665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 AI 描述加工任务（提炼摘要、翻译、数据分析等）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71032" y="1783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2331720" cy="960120"/>
          </a:xfrm>
          <a:prstGeom prst="rect">
            <a:avLst/>
          </a:prstGeom>
          <a:solidFill>
            <a:srgbClr val="28B89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6733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存回沉淀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0665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产物面板点击“上传到云端”，一键保存回资料库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数据安全与管理效率 · 最佳实践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310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权限最小化：仅授权 WorkBuddy 访问当前任务必需的文档目录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124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产物分类沉淀：存回产物时，建立规范的文件夹层级，避免文件堆积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账号专用化：尽量使用工作专用账号进行绑定，隔离个人隐私数据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171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定期巡检：定期检查资料库的绑定状态与授权范围，及时清理不再需要的连接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掌握了连接器与资料库，WorkBuddy 才真正具备了“连接一切”的数据能力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配套实验（实验 5.1 - 5.4）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5.1 内置连接器接入：连接器管理入口、OAuth 扫码授权、scope 确认、绿色圆点连接状态（○ 可选）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5.2 自定义 MCP 连接器：mcp.json 配置（command/args/env 或 url/headers）、MCP Server 状态验证（○ 可选）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5.3 资料库连接与双模搜索：连接腾讯文档/ima/乐享，语义搜索 vs 关键词搜索（○ 可选）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5.4 资料引用与存回闭环：引用资料（添加到任务）→ AI 加工 → 产物上传到云端（○ 可选）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7000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本章实验普遍需要外部账号授权，请提前准备可用账号与对应 App，授权时仔细阅读权限范围（scope）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章配套实验（labs/ch05-labs.md）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813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0759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298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内置连接器接入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连接器管理入口、OAuth 扫码授权、scope 权限确认、连接状态（绿色圆点）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2322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322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前置：可用账号（QQ 邮箱/腾讯文档/乐享等）及对应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54864" cy="14813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Shape 12"/>
          <p:cNvSpPr/>
          <p:nvPr/>
        </p:nvSpPr>
        <p:spPr>
          <a:xfrm>
            <a:off x="4855464" y="1307592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2984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MCP 连接器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55464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mcp.json 配置（command/args/env 或 url/headers）、MCP Server 状态验证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5464" y="23225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322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前置：可运行的 MCP 服务，或腾讯云 MCP 市场现成配置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16352"/>
            <a:ext cx="54864" cy="14813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" y="2935224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资料库连接与双模搜索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4944" y="33649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连接资料库平台（腾讯文档/ima/乐享）；语义搜索 vs 关键词搜索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7744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5.1 的资料库类连接，或直接连接腾讯文档/ima/乐享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816352"/>
            <a:ext cx="3931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16352"/>
            <a:ext cx="54864" cy="148132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55464" y="2935224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2935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资料引用与存回闭环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855464" y="33649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引用资料（添加到任务）→ AI 加工 → 产物上传到云端（取 → 用 → 存）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55464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5.3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4553712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553712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5537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实验顺序建议：5.1 → 5.2 → 5.3 → 5.4；5.3 依赖 5.1 的资料库类连接，5.4 依赖 5.3。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连接器可被视为“已经封装好的 MCP”，是 WorkBuddy 与外部服务的对接组件；技能是处理任务的本地逻辑，二者是协同关系而非相互替代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协议：WorkBuddy 扮演 Client、外部服务为 Server；可暴露 Tools / Resources / Prompts；stdio 与 Streamable HTTP 两种传输方式；按需授权、随时可撤销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OAuth 授权：用户授权、颁发令牌、凭令牌访问，全程不提供账号密码；内置连接器（腾讯生态）开箱即用，自定义 MCP 连接器通过 mcp.json 按需接入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资料库：深度集成腾讯文档、ima 知识库、乐享知识库与本地文件；四大功能优势加持语义/关键词双模检索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完整链路：取资料 → AI 加工 → 存回沉淀，让文档知识真正流动起来——掌握了连接器与资料库，才真正具备“连接一切”的数据能力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下一章：模型配置体系——深入 WorkBuddy 的执行引擎，理解不同模型的推理模式、选择策略与接入方式。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WorkBuddy 的体系中，技能、连接器和 MCP 协议分别扮演什么角色？试举例说明三者如何协同完成一个复杂任务。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3852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简述 OAuth 授权机制在连接器接入外部服务时如何保障用户的密码安全？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8833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在配置自定义 MCP 连接器的 mcp.json 文件时，command/args（stdio 模式）与 url/headers（HTTP 模式）分别起什么作用？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4381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简述语义搜索与关键词搜索的核心区别，并举例说明如何组合使用它们？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879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WorkBuddy 中将一份本地 PDF 文档转化为云端总结报告的完整操作链路是怎样的？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864608"/>
            <a:ext cx="45720" cy="256032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646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建议先独立思考，再回到配套实验（labs/ch05-labs.md）动手验证你的答案。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连接器与资料库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2026-08-17T12:53:23Z</dcterms:created>
  <dcterms:modified xsi:type="dcterms:W3CDTF">2026-08-17T12:53:23Z</dcterms:modified>
</cp:coreProperties>
</file>